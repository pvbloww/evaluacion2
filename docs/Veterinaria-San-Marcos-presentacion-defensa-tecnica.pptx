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69e413b45f4ca9" /><Relationship Type="http://schemas.openxmlformats.org/officeDocument/2006/relationships/extended-properties" Target="/docProps/app.xml" Id="R605e7af18af44e76" /><Relationship Type="http://schemas.openxmlformats.org/officeDocument/2006/relationships/officeDocument" Target="/ppt/presentation.xml" Id="Ra178698db74f432c" /></Relationships>
</file>

<file path=ppt/presentation.xml><?xml version="1.0" encoding="utf-8"?>
<p:presentation xmlns:p="http://schemas.openxmlformats.org/presentationml/2006/main">
  <p:sldMasterIdLst>
    <p:sldMasterId xmlns:r="http://schemas.openxmlformats.org/officeDocument/2006/relationships" id="2147483648" r:id="Ra24e736ab2894d92"/>
  </p:sldMasterIdLst>
  <p:notesMasterIdLst>
    <p:notesMasterId xmlns:r="http://schemas.openxmlformats.org/officeDocument/2006/relationships" r:id="Rfa5968a4cf954567"/>
  </p:notesMasterIdLst>
  <p:sldIdLst>
    <p:sldId xmlns:r="http://schemas.openxmlformats.org/officeDocument/2006/relationships" id="256" r:id="Redeca16700274674"/>
    <p:sldId xmlns:r="http://schemas.openxmlformats.org/officeDocument/2006/relationships" id="257" r:id="Rb9797c5857bd4056"/>
    <p:sldId xmlns:r="http://schemas.openxmlformats.org/officeDocument/2006/relationships" id="258" r:id="Rc701dbc5c63a4a53"/>
    <p:sldId xmlns:r="http://schemas.openxmlformats.org/officeDocument/2006/relationships" id="259" r:id="R7e8f0f249af748ea"/>
    <p:sldId xmlns:r="http://schemas.openxmlformats.org/officeDocument/2006/relationships" id="260" r:id="Ra379370cd9244a9c"/>
    <p:sldId xmlns:r="http://schemas.openxmlformats.org/officeDocument/2006/relationships" id="261" r:id="R3eb0660fd8594ba1"/>
    <p:sldId xmlns:r="http://schemas.openxmlformats.org/officeDocument/2006/relationships" id="262" r:id="R3cdcb3b2ed8e4895"/>
    <p:sldId xmlns:r="http://schemas.openxmlformats.org/officeDocument/2006/relationships" id="263" r:id="Rc1f0d16e3bf642b4"/>
    <p:sldId xmlns:r="http://schemas.openxmlformats.org/officeDocument/2006/relationships" id="264" r:id="Rafcbda2b17b843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289835aaf14db5" /><Relationship Type="http://schemas.openxmlformats.org/officeDocument/2006/relationships/slideMaster" Target="/ppt/slideMasters/slideMaster1.xml" Id="Ra24e736ab2894d92" /><Relationship Type="http://schemas.openxmlformats.org/officeDocument/2006/relationships/notesMaster" Target="/ppt/notesMasters/notesMaster1.xml" Id="Rfa5968a4cf954567" /><Relationship Type="http://schemas.openxmlformats.org/officeDocument/2006/relationships/presProps" Target="/ppt/presProps.xml" Id="R5307985c208240d9" /><Relationship Type="http://schemas.openxmlformats.org/officeDocument/2006/relationships/tableStyles" Target="/ppt/tableStyles.xml" Id="R1f471e152a004384" /><Relationship Type="http://schemas.openxmlformats.org/officeDocument/2006/relationships/slide" Target="/ppt/slides/slide1.xml" Id="Redeca16700274674" /><Relationship Type="http://schemas.openxmlformats.org/officeDocument/2006/relationships/slide" Target="/ppt/slides/slide2.xml" Id="Rb9797c5857bd4056" /><Relationship Type="http://schemas.openxmlformats.org/officeDocument/2006/relationships/slide" Target="/ppt/slides/slide3.xml" Id="Rc701dbc5c63a4a53" /><Relationship Type="http://schemas.openxmlformats.org/officeDocument/2006/relationships/slide" Target="/ppt/slides/slide4.xml" Id="R7e8f0f249af748ea" /><Relationship Type="http://schemas.openxmlformats.org/officeDocument/2006/relationships/slide" Target="/ppt/slides/slide5.xml" Id="Ra379370cd9244a9c" /><Relationship Type="http://schemas.openxmlformats.org/officeDocument/2006/relationships/slide" Target="/ppt/slides/slide6.xml" Id="R3eb0660fd8594ba1" /><Relationship Type="http://schemas.openxmlformats.org/officeDocument/2006/relationships/slide" Target="/ppt/slides/slide7.xml" Id="R3cdcb3b2ed8e4895" /><Relationship Type="http://schemas.openxmlformats.org/officeDocument/2006/relationships/slide" Target="/ppt/slides/slide8.xml" Id="Rc1f0d16e3bf642b4" /><Relationship Type="http://schemas.openxmlformats.org/officeDocument/2006/relationships/slide" Target="/ppt/slides/slide9.xml" Id="Rafcbda2b17b843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8bf3a61bcd40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307924bace4dce" /><Relationship Type="http://schemas.openxmlformats.org/officeDocument/2006/relationships/notesMaster" Target="/ppt/notesMasters/notesMaster1.xml" Id="R3a2255fc922a44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84d030abb54880" /><Relationship Type="http://schemas.openxmlformats.org/officeDocument/2006/relationships/notesMaster" Target="/ppt/notesMasters/notesMaster1.xml" Id="Rd0ae8043274d48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60037fd45a4b49" /><Relationship Type="http://schemas.openxmlformats.org/officeDocument/2006/relationships/notesMaster" Target="/ppt/notesMasters/notesMaster1.xml" Id="R2b672e70bc1a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948408f95e4471" /><Relationship Type="http://schemas.openxmlformats.org/officeDocument/2006/relationships/notesMaster" Target="/ppt/notesMasters/notesMaster1.xml" Id="Rad168ce1c70b4a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20b8eb5cda4037" /><Relationship Type="http://schemas.openxmlformats.org/officeDocument/2006/relationships/notesMaster" Target="/ppt/notesMasters/notesMaster1.xml" Id="R2e487700abae4a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d6afebfe8a47b9" /><Relationship Type="http://schemas.openxmlformats.org/officeDocument/2006/relationships/notesMaster" Target="/ppt/notesMasters/notesMaster1.xml" Id="Re22281d23bdd41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faf0dc9fe64b49" /><Relationship Type="http://schemas.openxmlformats.org/officeDocument/2006/relationships/notesMaster" Target="/ppt/notesMasters/notesMaster1.xml" Id="R12fcdd2e55d441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e09bb72a3c4353" /><Relationship Type="http://schemas.openxmlformats.org/officeDocument/2006/relationships/notesMaster" Target="/ppt/notesMasters/notesMaster1.xml" Id="R05b6e30133f141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f20ab0687446de" /><Relationship Type="http://schemas.openxmlformats.org/officeDocument/2006/relationships/notesMaster" Target="/ppt/notesMasters/notesMaster1.xml" Id="R3a6b2e91411140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el propósito principal: “Tomamos el sitio veterinario que estaba repartido en páginas HTML y lo migramos a React. Vamos a mostrar cómo cambió su estructura y cómo se mantuvieron las funciones principales”. Después se revisan algunas funciones y las pruebas. Es una aplicación académica de demostración.</a:t>
            </a:r>
          </a:p>
          <a:p xmlns:a="http://schemas.openxmlformats.org/drawingml/2006/main">
            <a:r>
              <a:t>Código para ubicar durante las preguntas: README.md; index.html; src/main.jsx; src/App.jsx.</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Sigue la comparación como en la PPT de referencia: “Antes, la navegación estaba repartida entre archivos HTML separados, por ejemplo index.html, productos.html y carrito.html. En la versión React, las vistas viven en src/pages y React Router decide cuál mostrar según la URL. En el catálogo antiguo, js/productos.js armaba el HTML como texto y lo insertaba en un contenedor con innerHTML. Ahora Productos.jsx recorre datos y reutiliza ProductoCard. La idea era migrar la estructura sin perder el propósito del sitio”.</a:t>
            </a:r>
          </a:p>
          <a:p xmlns:a="http://schemas.openxmlformats.org/drawingml/2006/main">
            <a:r>
              <a:t>Código para ubicar durante las preguntas: index.html; productos.html; carrito.html; js/productos.js:139–171; src/App.jsx:1–40; src/pages/Productos.jsx:1–45; src/components/ProductoCard.jsx; src/data/productos.js; src/context/StoreContext.jsx.</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Explícala en orden, siguiendo el estilo de la PPT de tus compañeros: “index.html tiene un espacio llamado root. main.jsx inicia React dentro de ese espacio. App.jsx configura el navegador y las rutas; por ejemplo /productos muestra Productos y /ofertas muestra Ofertas. El menú y el pie se comparten, y cambia la vista central”. No hace falta aprender toda la sintaxis: basta con identificar qué archivo cumple cada paso.</a:t>
            </a:r>
          </a:p>
          <a:p xmlns:a="http://schemas.openxmlformats.org/drawingml/2006/main">
            <a:r>
              <a:t>Código para ubicar durante las preguntas: index.html:1–12; src/main.jsx:1–9; src/App.jsx:1–40.</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Conecta ambos fragmentos: “En el proyecto anterior, js/productos.js construía el contenido de las tarjetas como texto y lo insertaba en el DOM con innerHTML. En React, Productos.jsx recorre la lista filtrada y renderiza un componente ProductoCard por producto. El objeto llega como prop y la estructura visual queda definida una vez en ProductoCard.jsx. Además, useState guarda la búsqueda y React actualiza los resultados”. El extracto antiguo es real pero abreviado; el fragmento React corresponde al bloque de renderizado actual.</a:t>
            </a:r>
          </a:p>
          <a:p xmlns:a="http://schemas.openxmlformats.org/drawingml/2006/main">
            <a:r>
              <a:t>Código para ubicar durante las preguntas: js/productos.js:147–170; src/pages/Productos.jsx:8–14, 42–44; src/components/ProductoCard.jsx:9–22; src/data/productos.js.</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pauta pide mostrar responsividad y Bootstrap. Di: “Importamos Bootstrap en main.jsx y usamos componentes React-Bootstrap como Navbar y Container. Cuando el ancho es pequeño, Navbar muestra el botón para abrir el menú; en una pantalla más ancha, los enlaces quedan desplegados. En el catálogo, CSS Grid adapta cuántas tarjetas caben según el espacio”. La captura muestra la vista móvil; para demostrar la versión amplia, muestra la pantalla en computador.</a:t>
            </a:r>
          </a:p>
          <a:p xmlns:a="http://schemas.openxmlformats.org/drawingml/2006/main">
            <a:r>
              <a:t>Código para ubicar durante las preguntas: src/main.jsx:3; src/App.jsx:2; src/components/Menu.jsx:1–20; src/pages/Productos.css:1–22.</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Cuenta la historia mirando la página: “En catálogo, detalle y ofertas se ve el precio rebajado. Si lo agregamos al carrito, se conserva ese precio. El subtotal se obtiene multiplicando precio por cantidad y sumando todos los productos. Al completar el pedido se ve una pantalla de éxito o fallo, pero no hay pago real”. El ejemplo de la vacuna pasa de $12.000 a $10.200.</a:t>
            </a:r>
          </a:p>
          <a:p xmlns:a="http://schemas.openxmlformats.org/drawingml/2006/main">
            <a:r>
              <a:t>Código para ubicar durante las preguntas: src/data/ofertas.js:8–14; src/components/ProductoCard.jsx:12–27, 38–42; src/data/carrito.js:1–22; src/pages/Carrito.jsx:27–44; src/pages/ResultadoCompra.jsx:5–29; src/App.jsx:31–33.</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Puedes decir: “Los formularios revisan campos obligatorios y el formato del correo antes de mostrar confirmación. Si un dato está malo, el mensaje aparece junto al campo. En Admin se pueden crear, editar y eliminar productos. Se guardan en el navegador actual, no en un servidor”. Para mostrar el acceso de demostración: admin / admin123.</a:t>
            </a:r>
          </a:p>
          <a:p xmlns:a="http://schemas.openxmlformats.org/drawingml/2006/main">
            <a:r>
              <a:t>Código para ubicar durante las preguntas: src/hooks/useFormulario.js:31–46; src/components/Campo.jsx:1–56; src/pages/Admin.jsx:18–116; src/context/StoreContext.jsx:14–25.</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 el proceso en cuatro pasos: “El proyecto usa Vitest y el comando npm run test:run. Escribimos ejemplos para el carrito, las ofertas y las validaciones. Por ejemplo, con 2 productos a $12.000 y otro a $9.500, esperamos $33.500 de subtotal. La prueba compara ese valor con el que calcula la función”. Importante: por indicación del profesor se usa Vitest en vez de Jasmine/Karma. El código actual contiene 9 casos, no 10; son pruebas de funciones, no renderizan componentes ni manipulan DOM. No emplean mocks porque no dependen de servicios externos. No se debe afirmar que aprobaron ni inventar cobertura sin ejecutar el comando y configurar la medición. La pauta pide 10 y mocks, así que reconoce con transparencia el alcance real.</a:t>
            </a:r>
          </a:p>
          <a:p xmlns:a="http://schemas.openxmlformats.org/drawingml/2006/main">
            <a:r>
              <a:t>Código para ubicar durante las preguntas: tests/carrito.test.js:1–23; tests/ofertas.test.js:1–29; tests/validaciones.test.js:1–26; package.json:8–13; vite.config.js:1–8; Documento de Cobertura del Testing, secciones 3–6 (describe una versión anterior con 6 casos).</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Cierra diciendo con honestidad qué está implementado y qué no. Luego muestra, en este orden: Home; Productos (buscar y filtrar); Ofertas (mostrar el 15% y el precio actualizado); agrega al carrito y explica subtotal; prueba un campo inválido y luego completa el pedido; muestra resultado exitoso o fallido; entra en Admin y enseña crear/editar/eliminar; termina mostrando los tres archivos de Vitest. En la ronda de preguntas, ubica el archivo y la línea indicados en las diapositivas.</a:t>
            </a:r>
          </a:p>
          <a:p xmlns:a="http://schemas.openxmlformats.org/drawingml/2006/main">
            <a:r>
              <a:t>Código para ubicar durante las preguntas: README.md, Alcance académico; src/App.jsx:25–43; src/pages/Productos.jsx; src/pages/Ofertas.jsx; src/pages/Carrito.jsx; src/pages/ResultadoCompra.jsx; src/pages/Admin.jsx; tests/.</a:t>
            </a:r>
          </a:p>
          <a:p xmlns:a="http://schemas.openxmlformats.org/drawingml/2006/main">
            <a:r>
              <a:t>Fuentes: README.md y archivos indicados; las acciones de compra y administración son demostrativas y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6302bcd0f945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bc72e4e98142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606871cf9547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ee3e4c525149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9fea6bd0f34d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d167e3e8f14e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F8BFC1-B5D6-411A-B1B0-90D2348F43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EEDA72-F0B4-44F7-A8A3-9CD337F24F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4D84A9-D7B6-4E0F-BE05-8009B8AA16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57A202-DF2E-4D13-BFF3-B5A90382FE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D0B9D1-EF40-4EDE-B68F-6DE50B3B5C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043259-230F-4FC2-8BBA-134262B440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A6B332-F6C9-4FEA-B3C3-65B4783605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453512-784B-4963-B759-8F7ED5AB90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A320AB-E302-42F3-A1B5-E4F2F9DBD7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6DA362-F34A-4A25-8756-5E2E91D5D5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559cf5c92f4587" /><Relationship Type="http://schemas.openxmlformats.org/officeDocument/2006/relationships/slideLayout" Target="/ppt/slideLayouts/slideLayout1.xml" Id="R33d222c21c734830" /><Relationship Type="http://schemas.openxmlformats.org/officeDocument/2006/relationships/slideLayout" Target="/ppt/slideLayouts/slideLayout2.xml" Id="R0b1cf6b51d0845ec" /><Relationship Type="http://schemas.openxmlformats.org/officeDocument/2006/relationships/slideLayout" Target="/ppt/slideLayouts/slideLayout3.xml" Id="Rf609ff5d57f64538" /><Relationship Type="http://schemas.openxmlformats.org/officeDocument/2006/relationships/slideLayout" Target="/ppt/slideLayouts/slideLayout4.xml" Id="Re9c2e2fed51d4767" /><Relationship Type="http://schemas.openxmlformats.org/officeDocument/2006/relationships/slideLayout" Target="/ppt/slideLayouts/slideLayout5.xml" Id="R2bd5114d68914662" /><Relationship Type="http://schemas.openxmlformats.org/officeDocument/2006/relationships/slideLayout" Target="/ppt/slideLayouts/slideLayout6.xml" Id="Rf1987af9e7b041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d222c21c734830"/>
    <p:sldLayoutId xmlns:r="http://schemas.openxmlformats.org/officeDocument/2006/relationships" id="2147483650" r:id="R0b1cf6b51d0845ec"/>
    <p:sldLayoutId xmlns:r="http://schemas.openxmlformats.org/officeDocument/2006/relationships" id="2147483651" r:id="Rf609ff5d57f64538"/>
    <p:sldLayoutId xmlns:r="http://schemas.openxmlformats.org/officeDocument/2006/relationships" id="2147483652" r:id="Re9c2e2fed51d4767"/>
    <p:sldLayoutId xmlns:r="http://schemas.openxmlformats.org/officeDocument/2006/relationships" id="2147483653" r:id="R2bd5114d68914662"/>
    <p:sldLayoutId xmlns:r="http://schemas.openxmlformats.org/officeDocument/2006/relationships" id="2147483654" r:id="Rf1987af9e7b041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ec39f995fd43f1" /><Relationship Type="http://schemas.openxmlformats.org/officeDocument/2006/relationships/image" Target="/ppt/media/image.png" Id="Rd77e886340324a10" /><Relationship Type="http://schemas.openxmlformats.org/officeDocument/2006/relationships/notesSlide" Target="/ppt/notesSlides/notesSlide1.xml" Id="Rfcdfd79e2a2f4f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797ced157d41c4" /><Relationship Type="http://schemas.openxmlformats.org/officeDocument/2006/relationships/notesSlide" Target="/ppt/notesSlides/notesSlide2.xml" Id="R9f885f9409684d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875bf5ee2b4bb3" /><Relationship Type="http://schemas.openxmlformats.org/officeDocument/2006/relationships/notesSlide" Target="/ppt/notesSlides/notesSlide3.xml" Id="Ra5d3965a015b43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411e41c22045a4" /><Relationship Type="http://schemas.openxmlformats.org/officeDocument/2006/relationships/notesSlide" Target="/ppt/notesSlides/notesSlide4.xml" Id="R8cdc625b9b224c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8e6df00129468f" /><Relationship Type="http://schemas.openxmlformats.org/officeDocument/2006/relationships/image" Target="/ppt/media/image.jpeg" Id="R3ab6e9b661544a60" /><Relationship Type="http://schemas.openxmlformats.org/officeDocument/2006/relationships/notesSlide" Target="/ppt/notesSlides/notesSlide5.xml" Id="Rf802dd8a1e7441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73ffd881974d2d" /><Relationship Type="http://schemas.openxmlformats.org/officeDocument/2006/relationships/image" Target="/ppt/media/image2.png" Id="Re59fe4bf9fc04bbe" /><Relationship Type="http://schemas.openxmlformats.org/officeDocument/2006/relationships/notesSlide" Target="/ppt/notesSlides/notesSlide6.xml" Id="R5984d0c0762340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85e584ab98404f" /><Relationship Type="http://schemas.openxmlformats.org/officeDocument/2006/relationships/notesSlide" Target="/ppt/notesSlides/notesSlide7.xml" Id="R24af2fe925d440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1f3c8267c44a43" /><Relationship Type="http://schemas.openxmlformats.org/officeDocument/2006/relationships/notesSlide" Target="/ppt/notesSlides/notesSlide8.xml" Id="Rd13c1a3f67b448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df67a754db4e5a" /><Relationship Type="http://schemas.openxmlformats.org/officeDocument/2006/relationships/notesSlide" Target="/ppt/notesSlides/notesSlide9.xml" Id="Rf6b0dc7a215346f9"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F542F8-77EF-4110-B2A2-68AA0ABAC60F}"/>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solidFill xmlns:a="http://schemas.openxmlformats.org/drawingml/2006/main">
            <a:srgbClr val="20594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28E085-B07F-4E0A-A44F-BB7397C80260}"/>
              </a:ext>
            </a:extLst>
          </p:cNvPr>
          <p:cNvSpPr>
            <a:spLocks xmlns:a="http://schemas.openxmlformats.org/drawingml/2006/main" noGrp="1"/>
          </p:cNvSpPr>
          <p:nvPr/>
        </p:nvSpPr>
        <p:spPr>
          <a:xfrm xmlns:a="http://schemas.openxmlformats.org/drawingml/2006/main">
            <a:off x="647700" y="5905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B9E0CB"/>
                </a:solidFill>
                <a:latin typeface="Segoe UI"/>
                <a:ea typeface="Segoe UI"/>
                <a:cs typeface="Segoe UI"/>
              </a:defRPr>
            </a:defPPr>
            <a:lvl1pPr algn="l">
              <a:defRPr sz="1200" b="1">
                <a:solidFill>
                  <a:srgbClr val="B9E0CB"/>
                </a:solidFill>
                <a:latin typeface="Segoe UI"/>
                <a:ea typeface="Segoe UI"/>
                <a:cs typeface="Segoe UI"/>
              </a:defRPr>
            </a:lvl1pPr>
            <a:lvl2pPr algn="l">
              <a:defRPr sz="1200" b="1">
                <a:solidFill>
                  <a:srgbClr val="B9E0CB"/>
                </a:solidFill>
                <a:latin typeface="Segoe UI"/>
                <a:ea typeface="Segoe UI"/>
                <a:cs typeface="Segoe UI"/>
              </a:defRPr>
            </a:lvl2pPr>
            <a:lvl3pPr algn="l">
              <a:defRPr sz="1200" b="1">
                <a:solidFill>
                  <a:srgbClr val="B9E0CB"/>
                </a:solidFill>
                <a:latin typeface="Segoe UI"/>
                <a:ea typeface="Segoe UI"/>
                <a:cs typeface="Segoe UI"/>
              </a:defRPr>
            </a:lvl3pPr>
            <a:lvl4pPr algn="l">
              <a:defRPr sz="1200" b="1">
                <a:solidFill>
                  <a:srgbClr val="B9E0CB"/>
                </a:solidFill>
                <a:latin typeface="Segoe UI"/>
                <a:ea typeface="Segoe UI"/>
                <a:cs typeface="Segoe UI"/>
              </a:defRPr>
            </a:lvl4pPr>
            <a:lvl5pPr algn="l">
              <a:defRPr sz="1200" b="1">
                <a:solidFill>
                  <a:srgbClr val="B9E0CB"/>
                </a:solidFill>
                <a:latin typeface="Segoe UI"/>
                <a:ea typeface="Segoe UI"/>
                <a:cs typeface="Segoe UI"/>
              </a:defRPr>
            </a:lvl5pPr>
            <a:lvl6pPr algn="l">
              <a:defRPr sz="1200" b="1">
                <a:solidFill>
                  <a:srgbClr val="B9E0CB"/>
                </a:solidFill>
                <a:latin typeface="Segoe UI"/>
                <a:ea typeface="Segoe UI"/>
                <a:cs typeface="Segoe UI"/>
              </a:defRPr>
            </a:lvl6pPr>
            <a:lvl7pPr algn="l">
              <a:defRPr sz="1200" b="1">
                <a:solidFill>
                  <a:srgbClr val="B9E0CB"/>
                </a:solidFill>
                <a:latin typeface="Segoe UI"/>
                <a:ea typeface="Segoe UI"/>
                <a:cs typeface="Segoe UI"/>
              </a:defRPr>
            </a:lvl7pPr>
            <a:lvl8pPr algn="l">
              <a:defRPr sz="1200" b="1">
                <a:solidFill>
                  <a:srgbClr val="B9E0CB"/>
                </a:solidFill>
                <a:latin typeface="Segoe UI"/>
                <a:ea typeface="Segoe UI"/>
                <a:cs typeface="Segoe UI"/>
              </a:defRPr>
            </a:lvl8pPr>
            <a:lvl9pPr algn="l">
              <a:defRPr sz="1200" b="1">
                <a:solidFill>
                  <a:srgbClr val="B9E0CB"/>
                </a:solidFill>
                <a:latin typeface="Segoe UI"/>
                <a:ea typeface="Segoe UI"/>
                <a:cs typeface="Segoe UI"/>
              </a:defRPr>
            </a:lvl9pPr>
          </a:lstStyle>
          <a:p xmlns:a="http://schemas.openxmlformats.org/drawingml/2006/main">
            <a:pPr algn="l">
              <a:defRPr sz="1200" b="1">
                <a:solidFill>
                  <a:srgbClr val="B9E0CB"/>
                </a:solidFill>
                <a:latin typeface="Segoe UI"/>
                <a:ea typeface="Segoe UI"/>
                <a:cs typeface="Segoe UI"/>
              </a:defRPr>
            </a:pPr>
            <a:r>
              <a:rPr sz="1200" b="1">
                <a:solidFill>
                  <a:srgbClr val="B9E0CB"/>
                </a:solidFill>
                <a:latin typeface="Segoe UI"/>
                <a:ea typeface="Segoe UI"/>
                <a:cs typeface="Segoe UI"/>
              </a:rPr>
              <a:t>VETERINARIA SAN MARCOS</a:t>
            </a:r>
          </a:p>
        </p:txBody>
      </p:sp>
      <p:sp>
        <p:nvSpPr>
          <p:cNvPr id="3" name="">
            <a:extLst xmlns:a="http://schemas.openxmlformats.org/drawingml/2006/main">
              <a:ext uri="{FF2B5EF4-FFF2-40B4-BE49-F238E27FC236}">
                <a16:creationId xmlns:a16="http://schemas.microsoft.com/office/drawing/2014/main" id="{8DBE6B72-0F34-41C9-B0A7-715616590EB0}"/>
              </a:ext>
            </a:extLst>
          </p:cNvPr>
          <p:cNvSpPr>
            <a:spLocks xmlns:a="http://schemas.openxmlformats.org/drawingml/2006/main" noGrp="1"/>
          </p:cNvSpPr>
          <p:nvPr/>
        </p:nvSpPr>
        <p:spPr>
          <a:xfrm xmlns:a="http://schemas.openxmlformats.org/drawingml/2006/main">
            <a:off x="647700" y="1381125"/>
            <a:ext cx="5429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FFFFFF"/>
                </a:solidFill>
                <a:latin typeface="Segoe UI"/>
                <a:ea typeface="Segoe UI"/>
                <a:cs typeface="Segoe UI"/>
              </a:defRPr>
            </a:defPPr>
            <a:lvl1pPr algn="l">
              <a:defRPr sz="3225" b="1">
                <a:solidFill>
                  <a:srgbClr val="FFFFFF"/>
                </a:solidFill>
                <a:latin typeface="Segoe UI"/>
                <a:ea typeface="Segoe UI"/>
                <a:cs typeface="Segoe UI"/>
              </a:defRPr>
            </a:lvl1pPr>
            <a:lvl2pPr algn="l">
              <a:defRPr sz="3225" b="1">
                <a:solidFill>
                  <a:srgbClr val="FFFFFF"/>
                </a:solidFill>
                <a:latin typeface="Segoe UI"/>
                <a:ea typeface="Segoe UI"/>
                <a:cs typeface="Segoe UI"/>
              </a:defRPr>
            </a:lvl2pPr>
            <a:lvl3pPr algn="l">
              <a:defRPr sz="3225" b="1">
                <a:solidFill>
                  <a:srgbClr val="FFFFFF"/>
                </a:solidFill>
                <a:latin typeface="Segoe UI"/>
                <a:ea typeface="Segoe UI"/>
                <a:cs typeface="Segoe UI"/>
              </a:defRPr>
            </a:lvl3pPr>
            <a:lvl4pPr algn="l">
              <a:defRPr sz="3225" b="1">
                <a:solidFill>
                  <a:srgbClr val="FFFFFF"/>
                </a:solidFill>
                <a:latin typeface="Segoe UI"/>
                <a:ea typeface="Segoe UI"/>
                <a:cs typeface="Segoe UI"/>
              </a:defRPr>
            </a:lvl4pPr>
            <a:lvl5pPr algn="l">
              <a:defRPr sz="3225" b="1">
                <a:solidFill>
                  <a:srgbClr val="FFFFFF"/>
                </a:solidFill>
                <a:latin typeface="Segoe UI"/>
                <a:ea typeface="Segoe UI"/>
                <a:cs typeface="Segoe UI"/>
              </a:defRPr>
            </a:lvl5pPr>
            <a:lvl6pPr algn="l">
              <a:defRPr sz="3225" b="1">
                <a:solidFill>
                  <a:srgbClr val="FFFFFF"/>
                </a:solidFill>
                <a:latin typeface="Segoe UI"/>
                <a:ea typeface="Segoe UI"/>
                <a:cs typeface="Segoe UI"/>
              </a:defRPr>
            </a:lvl6pPr>
            <a:lvl7pPr algn="l">
              <a:defRPr sz="3225" b="1">
                <a:solidFill>
                  <a:srgbClr val="FFFFFF"/>
                </a:solidFill>
                <a:latin typeface="Segoe UI"/>
                <a:ea typeface="Segoe UI"/>
                <a:cs typeface="Segoe UI"/>
              </a:defRPr>
            </a:lvl7pPr>
            <a:lvl8pPr algn="l">
              <a:defRPr sz="3225" b="1">
                <a:solidFill>
                  <a:srgbClr val="FFFFFF"/>
                </a:solidFill>
                <a:latin typeface="Segoe UI"/>
                <a:ea typeface="Segoe UI"/>
                <a:cs typeface="Segoe UI"/>
              </a:defRPr>
            </a:lvl8pPr>
            <a:lvl9pPr algn="l">
              <a:defRPr sz="3225" b="1">
                <a:solidFill>
                  <a:srgbClr val="FFFFFF"/>
                </a:solidFill>
                <a:latin typeface="Segoe UI"/>
                <a:ea typeface="Segoe UI"/>
                <a:cs typeface="Segoe UI"/>
              </a:defRPr>
            </a:lvl9pPr>
          </a:lstStyle>
          <a:p xmlns:a="http://schemas.openxmlformats.org/drawingml/2006/main">
            <a:pPr algn="l">
              <a:defRPr sz="3225" b="1">
                <a:solidFill>
                  <a:srgbClr val="FFFFFF"/>
                </a:solidFill>
                <a:latin typeface="Segoe UI"/>
                <a:ea typeface="Segoe UI"/>
                <a:cs typeface="Segoe UI"/>
              </a:defRPr>
            </a:pPr>
            <a:r>
              <a:rPr sz="3225" b="1">
                <a:solidFill>
                  <a:srgbClr val="FFFFFF"/>
                </a:solidFill>
                <a:latin typeface="Segoe UI"/>
                <a:ea typeface="Segoe UI"/>
                <a:cs typeface="Segoe UI"/>
              </a:rPr>
              <a:t>Migración del sitio</a:t>
            </a:r>
          </a:p>
          <a:p xmlns:a="http://schemas.openxmlformats.org/drawingml/2006/main">
            <a:pPr algn="l">
              <a:defRPr sz="3225" b="1">
                <a:solidFill>
                  <a:srgbClr val="FFFFFF"/>
                </a:solidFill>
                <a:latin typeface="Segoe UI"/>
                <a:ea typeface="Segoe UI"/>
                <a:cs typeface="Segoe UI"/>
              </a:defRPr>
            </a:pPr>
            <a:r>
              <a:rPr sz="3225" b="1">
                <a:solidFill>
                  <a:srgbClr val="FFFFFF"/>
                </a:solidFill>
                <a:latin typeface="Segoe UI"/>
                <a:ea typeface="Segoe UI"/>
                <a:cs typeface="Segoe UI"/>
              </a:rPr>
              <a:t>a React</a:t>
            </a:r>
          </a:p>
        </p:txBody>
      </p:sp>
      <p:sp>
        <p:nvSpPr>
          <p:cNvPr id="4" name="">
            <a:extLst xmlns:a="http://schemas.openxmlformats.org/drawingml/2006/main">
              <a:ext uri="{FF2B5EF4-FFF2-40B4-BE49-F238E27FC236}">
                <a16:creationId xmlns:a16="http://schemas.microsoft.com/office/drawing/2014/main" id="{FE40607E-460D-4E60-BE15-BEA0DCBEE40B}"/>
              </a:ext>
            </a:extLst>
          </p:cNvPr>
          <p:cNvSpPr>
            <a:spLocks xmlns:a="http://schemas.openxmlformats.org/drawingml/2006/main" noGrp="1"/>
          </p:cNvSpPr>
          <p:nvPr/>
        </p:nvSpPr>
        <p:spPr>
          <a:xfrm xmlns:a="http://schemas.openxmlformats.org/drawingml/2006/main">
            <a:off x="685800" y="30670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E6F0EB"/>
                </a:solidFill>
                <a:latin typeface="Segoe UI"/>
                <a:ea typeface="Segoe UI"/>
                <a:cs typeface="Segoe UI"/>
              </a:defRPr>
            </a:defPPr>
            <a:lvl1pPr algn="l">
              <a:defRPr sz="1650" b="0">
                <a:solidFill>
                  <a:srgbClr val="E6F0EB"/>
                </a:solidFill>
                <a:latin typeface="Segoe UI"/>
                <a:ea typeface="Segoe UI"/>
                <a:cs typeface="Segoe UI"/>
              </a:defRPr>
            </a:lvl1pPr>
            <a:lvl2pPr algn="l">
              <a:defRPr sz="1650" b="0">
                <a:solidFill>
                  <a:srgbClr val="E6F0EB"/>
                </a:solidFill>
                <a:latin typeface="Segoe UI"/>
                <a:ea typeface="Segoe UI"/>
                <a:cs typeface="Segoe UI"/>
              </a:defRPr>
            </a:lvl2pPr>
            <a:lvl3pPr algn="l">
              <a:defRPr sz="1650" b="0">
                <a:solidFill>
                  <a:srgbClr val="E6F0EB"/>
                </a:solidFill>
                <a:latin typeface="Segoe UI"/>
                <a:ea typeface="Segoe UI"/>
                <a:cs typeface="Segoe UI"/>
              </a:defRPr>
            </a:lvl3pPr>
            <a:lvl4pPr algn="l">
              <a:defRPr sz="1650" b="0">
                <a:solidFill>
                  <a:srgbClr val="E6F0EB"/>
                </a:solidFill>
                <a:latin typeface="Segoe UI"/>
                <a:ea typeface="Segoe UI"/>
                <a:cs typeface="Segoe UI"/>
              </a:defRPr>
            </a:lvl4pPr>
            <a:lvl5pPr algn="l">
              <a:defRPr sz="1650" b="0">
                <a:solidFill>
                  <a:srgbClr val="E6F0EB"/>
                </a:solidFill>
                <a:latin typeface="Segoe UI"/>
                <a:ea typeface="Segoe UI"/>
                <a:cs typeface="Segoe UI"/>
              </a:defRPr>
            </a:lvl5pPr>
            <a:lvl6pPr algn="l">
              <a:defRPr sz="1650" b="0">
                <a:solidFill>
                  <a:srgbClr val="E6F0EB"/>
                </a:solidFill>
                <a:latin typeface="Segoe UI"/>
                <a:ea typeface="Segoe UI"/>
                <a:cs typeface="Segoe UI"/>
              </a:defRPr>
            </a:lvl6pPr>
            <a:lvl7pPr algn="l">
              <a:defRPr sz="1650" b="0">
                <a:solidFill>
                  <a:srgbClr val="E6F0EB"/>
                </a:solidFill>
                <a:latin typeface="Segoe UI"/>
                <a:ea typeface="Segoe UI"/>
                <a:cs typeface="Segoe UI"/>
              </a:defRPr>
            </a:lvl7pPr>
            <a:lvl8pPr algn="l">
              <a:defRPr sz="1650" b="0">
                <a:solidFill>
                  <a:srgbClr val="E6F0EB"/>
                </a:solidFill>
                <a:latin typeface="Segoe UI"/>
                <a:ea typeface="Segoe UI"/>
                <a:cs typeface="Segoe UI"/>
              </a:defRPr>
            </a:lvl8pPr>
            <a:lvl9pPr algn="l">
              <a:defRPr sz="1650" b="0">
                <a:solidFill>
                  <a:srgbClr val="E6F0EB"/>
                </a:solidFill>
                <a:latin typeface="Segoe UI"/>
                <a:ea typeface="Segoe UI"/>
                <a:cs typeface="Segoe UI"/>
              </a:defRPr>
            </a:lvl9pPr>
          </a:lstStyle>
          <a:p xmlns:a="http://schemas.openxmlformats.org/drawingml/2006/main">
            <a:pPr algn="l">
              <a:defRPr sz="1650" b="0">
                <a:solidFill>
                  <a:srgbClr val="E6F0EB"/>
                </a:solidFill>
                <a:latin typeface="Segoe UI"/>
                <a:ea typeface="Segoe UI"/>
                <a:cs typeface="Segoe UI"/>
              </a:defRPr>
            </a:pPr>
            <a:r>
              <a:rPr sz="1650" b="0">
                <a:solidFill>
                  <a:srgbClr val="E6F0EB"/>
                </a:solidFill>
                <a:latin typeface="Segoe UI"/>
                <a:ea typeface="Segoe UI"/>
                <a:cs typeface="Segoe UI"/>
              </a:rPr>
              <a:t>Veterinaria San Marcos · estructura, rutas y componentes</a:t>
            </a:r>
          </a:p>
        </p:txBody>
      </p:sp>
      <p:sp>
        <p:nvSpPr>
          <p:cNvPr id="5" name="">
            <a:extLst xmlns:a="http://schemas.openxmlformats.org/drawingml/2006/main">
              <a:ext uri="{FF2B5EF4-FFF2-40B4-BE49-F238E27FC236}">
                <a16:creationId xmlns:a16="http://schemas.microsoft.com/office/drawing/2014/main" id="{697086BD-47D8-496E-8CED-A5CF616D06E5}"/>
              </a:ext>
            </a:extLst>
          </p:cNvPr>
          <p:cNvSpPr>
            <a:spLocks xmlns:a="http://schemas.openxmlformats.org/drawingml/2006/main" noGrp="1"/>
          </p:cNvSpPr>
          <p:nvPr/>
        </p:nvSpPr>
        <p:spPr>
          <a:xfrm xmlns:a="http://schemas.openxmlformats.org/drawingml/2006/main">
            <a:off x="685800" y="4191000"/>
            <a:ext cx="2857500" cy="28575"/>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53CD60-5BF8-48F0-B41A-7310F6E2F739}"/>
              </a:ext>
            </a:extLst>
          </p:cNvPr>
          <p:cNvSpPr>
            <a:spLocks xmlns:a="http://schemas.openxmlformats.org/drawingml/2006/main" noGrp="1"/>
          </p:cNvSpPr>
          <p:nvPr/>
        </p:nvSpPr>
        <p:spPr>
          <a:xfrm xmlns:a="http://schemas.openxmlformats.org/drawingml/2006/main">
            <a:off x="685800" y="45148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E6F0EB"/>
                </a:solidFill>
                <a:latin typeface="Segoe UI"/>
                <a:ea typeface="Segoe UI"/>
                <a:cs typeface="Segoe UI"/>
              </a:defRPr>
            </a:defPPr>
            <a:lvl1pPr algn="l">
              <a:defRPr sz="1275" b="0">
                <a:solidFill>
                  <a:srgbClr val="E6F0EB"/>
                </a:solidFill>
                <a:latin typeface="Segoe UI"/>
                <a:ea typeface="Segoe UI"/>
                <a:cs typeface="Segoe UI"/>
              </a:defRPr>
            </a:lvl1pPr>
            <a:lvl2pPr algn="l">
              <a:defRPr sz="1275" b="0">
                <a:solidFill>
                  <a:srgbClr val="E6F0EB"/>
                </a:solidFill>
                <a:latin typeface="Segoe UI"/>
                <a:ea typeface="Segoe UI"/>
                <a:cs typeface="Segoe UI"/>
              </a:defRPr>
            </a:lvl2pPr>
            <a:lvl3pPr algn="l">
              <a:defRPr sz="1275" b="0">
                <a:solidFill>
                  <a:srgbClr val="E6F0EB"/>
                </a:solidFill>
                <a:latin typeface="Segoe UI"/>
                <a:ea typeface="Segoe UI"/>
                <a:cs typeface="Segoe UI"/>
              </a:defRPr>
            </a:lvl3pPr>
            <a:lvl4pPr algn="l">
              <a:defRPr sz="1275" b="0">
                <a:solidFill>
                  <a:srgbClr val="E6F0EB"/>
                </a:solidFill>
                <a:latin typeface="Segoe UI"/>
                <a:ea typeface="Segoe UI"/>
                <a:cs typeface="Segoe UI"/>
              </a:defRPr>
            </a:lvl4pPr>
            <a:lvl5pPr algn="l">
              <a:defRPr sz="1275" b="0">
                <a:solidFill>
                  <a:srgbClr val="E6F0EB"/>
                </a:solidFill>
                <a:latin typeface="Segoe UI"/>
                <a:ea typeface="Segoe UI"/>
                <a:cs typeface="Segoe UI"/>
              </a:defRPr>
            </a:lvl5pPr>
            <a:lvl6pPr algn="l">
              <a:defRPr sz="1275" b="0">
                <a:solidFill>
                  <a:srgbClr val="E6F0EB"/>
                </a:solidFill>
                <a:latin typeface="Segoe UI"/>
                <a:ea typeface="Segoe UI"/>
                <a:cs typeface="Segoe UI"/>
              </a:defRPr>
            </a:lvl6pPr>
            <a:lvl7pPr algn="l">
              <a:defRPr sz="1275" b="0">
                <a:solidFill>
                  <a:srgbClr val="E6F0EB"/>
                </a:solidFill>
                <a:latin typeface="Segoe UI"/>
                <a:ea typeface="Segoe UI"/>
                <a:cs typeface="Segoe UI"/>
              </a:defRPr>
            </a:lvl7pPr>
            <a:lvl8pPr algn="l">
              <a:defRPr sz="1275" b="0">
                <a:solidFill>
                  <a:srgbClr val="E6F0EB"/>
                </a:solidFill>
                <a:latin typeface="Segoe UI"/>
                <a:ea typeface="Segoe UI"/>
                <a:cs typeface="Segoe UI"/>
              </a:defRPr>
            </a:lvl8pPr>
            <a:lvl9pPr algn="l">
              <a:defRPr sz="1275" b="0">
                <a:solidFill>
                  <a:srgbClr val="E6F0EB"/>
                </a:solidFill>
                <a:latin typeface="Segoe UI"/>
                <a:ea typeface="Segoe UI"/>
                <a:cs typeface="Segoe UI"/>
              </a:defRPr>
            </a:lvl9pPr>
          </a:lstStyle>
          <a:p xmlns:a="http://schemas.openxmlformats.org/drawingml/2006/main">
            <a:pPr algn="l">
              <a:defRPr sz="1275" b="0">
                <a:solidFill>
                  <a:srgbClr val="E6F0EB"/>
                </a:solidFill>
                <a:latin typeface="Segoe UI"/>
                <a:ea typeface="Segoe UI"/>
                <a:cs typeface="Segoe UI"/>
              </a:defRPr>
            </a:pPr>
            <a:r>
              <a:rPr sz="1275" b="0">
                <a:solidFill>
                  <a:srgbClr val="E6F0EB"/>
                </a:solidFill>
                <a:latin typeface="Segoe UI"/>
                <a:ea typeface="Segoe UI"/>
                <a:cs typeface="Segoe UI"/>
              </a:rPr>
              <a:t>Evaluación Parcial 2 · DSY1104</a:t>
            </a:r>
          </a:p>
        </p:txBody>
      </p:sp>
      <p:pic>
        <p:nvPicPr>
          <p:cNvPr id="7" name="">
            <a:extLst xmlns:a="http://schemas.openxmlformats.org/drawingml/2006/main">
              <a:ext uri="{FF2B5EF4-FFF2-40B4-BE49-F238E27FC236}">
                <a16:creationId xmlns:a16="http://schemas.microsoft.com/office/drawing/2014/main" id="{EACCDB4C-E317-4730-96D4-087F906469C7}"/>
              </a:ext>
            </a:extLst>
          </p:cNvPr>
          <p:cNvPicPr>
            <a:picLocks xmlns:a="http://schemas.openxmlformats.org/drawingml/2006/main" noChangeAspect="1"/>
          </p:cNvPicPr>
          <p:nvPr/>
        </p:nvPicPr>
        <p:blipFill>
          <a:blip xmlns:r="http://schemas.openxmlformats.org/officeDocument/2006/relationships" xmlns:a="http://schemas.openxmlformats.org/drawingml/2006/main" r:embed="Rd77e886340324a10"/>
          <a:srcRect xmlns:a="http://schemas.openxmlformats.org/drawingml/2006/main" l="23611" t="0" r="23611"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oundRect">
            <a:avLst>
              <a:gd name="adj" fmla="val 3158"/>
            </a:avLst>
          </a:prstGeom>
        </p:spPr>
      </p:pic>
    </p:spTree>
    <p:extLst>
      <p:ext uri="{BB962C8B-B14F-4D97-AF65-F5344CB8AC3E}">
        <p14:creationId xmlns:p14="http://schemas.microsoft.com/office/powerpoint/2010/main" val="194427408"/>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04E9D03-099C-4FBA-BD91-727C1823C24B}"/>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ANTES Y DESPUÉS</a:t>
            </a:r>
          </a:p>
        </p:txBody>
      </p:sp>
      <p:sp>
        <p:nvSpPr>
          <p:cNvPr id="2" name="">
            <a:extLst xmlns:a="http://schemas.openxmlformats.org/drawingml/2006/main">
              <a:ext uri="{FF2B5EF4-FFF2-40B4-BE49-F238E27FC236}">
                <a16:creationId xmlns:a16="http://schemas.microsoft.com/office/drawing/2014/main" id="{DB6401E3-8E4D-4F97-99FB-72410A8B060B}"/>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La migración cambia la estructura y conserva el propósito</a:t>
            </a:r>
          </a:p>
        </p:txBody>
      </p:sp>
      <p:sp>
        <p:nvSpPr>
          <p:cNvPr id="3" name="">
            <a:extLst xmlns:a="http://schemas.openxmlformats.org/drawingml/2006/main">
              <a:ext uri="{FF2B5EF4-FFF2-40B4-BE49-F238E27FC236}">
                <a16:creationId xmlns:a16="http://schemas.microsoft.com/office/drawing/2014/main" id="{0B26A6C8-CA19-458E-8B7C-6460157E6C25}"/>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B4629A-BDAC-46C5-803B-EE29139191FA}"/>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02 · Veterinaria San Marcos</a:t>
            </a:r>
          </a:p>
        </p:txBody>
      </p:sp>
      <p:sp>
        <p:nvSpPr>
          <p:cNvPr id="5" name="">
            <a:extLst xmlns:a="http://schemas.openxmlformats.org/drawingml/2006/main">
              <a:ext uri="{FF2B5EF4-FFF2-40B4-BE49-F238E27FC236}">
                <a16:creationId xmlns:a16="http://schemas.microsoft.com/office/drawing/2014/main" id="{42EAB13B-19FD-4979-B491-F2E7D8985BA9}"/>
              </a:ext>
            </a:extLst>
          </p:cNvPr>
          <p:cNvSpPr>
            <a:spLocks xmlns:a="http://schemas.openxmlformats.org/drawingml/2006/main" noGrp="1"/>
          </p:cNvSpPr>
          <p:nvPr/>
        </p:nvSpPr>
        <p:spPr>
          <a:xfrm xmlns:a="http://schemas.openxmlformats.org/drawingml/2006/main">
            <a:off x="628650" y="1457325"/>
            <a:ext cx="1062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3312C"/>
                </a:solidFill>
                <a:latin typeface="Segoe UI"/>
                <a:ea typeface="Segoe UI"/>
                <a:cs typeface="Segoe UI"/>
              </a:defRPr>
            </a:defPPr>
            <a:lvl1pPr algn="l">
              <a:defRPr sz="1425" b="0">
                <a:solidFill>
                  <a:srgbClr val="23312C"/>
                </a:solidFill>
                <a:latin typeface="Segoe UI"/>
                <a:ea typeface="Segoe UI"/>
                <a:cs typeface="Segoe UI"/>
              </a:defRPr>
            </a:lvl1pPr>
            <a:lvl2pPr algn="l">
              <a:defRPr sz="1425" b="0">
                <a:solidFill>
                  <a:srgbClr val="23312C"/>
                </a:solidFill>
                <a:latin typeface="Segoe UI"/>
                <a:ea typeface="Segoe UI"/>
                <a:cs typeface="Segoe UI"/>
              </a:defRPr>
            </a:lvl2pPr>
            <a:lvl3pPr algn="l">
              <a:defRPr sz="1425" b="0">
                <a:solidFill>
                  <a:srgbClr val="23312C"/>
                </a:solidFill>
                <a:latin typeface="Segoe UI"/>
                <a:ea typeface="Segoe UI"/>
                <a:cs typeface="Segoe UI"/>
              </a:defRPr>
            </a:lvl3pPr>
            <a:lvl4pPr algn="l">
              <a:defRPr sz="1425" b="0">
                <a:solidFill>
                  <a:srgbClr val="23312C"/>
                </a:solidFill>
                <a:latin typeface="Segoe UI"/>
                <a:ea typeface="Segoe UI"/>
                <a:cs typeface="Segoe UI"/>
              </a:defRPr>
            </a:lvl4pPr>
            <a:lvl5pPr algn="l">
              <a:defRPr sz="1425" b="0">
                <a:solidFill>
                  <a:srgbClr val="23312C"/>
                </a:solidFill>
                <a:latin typeface="Segoe UI"/>
                <a:ea typeface="Segoe UI"/>
                <a:cs typeface="Segoe UI"/>
              </a:defRPr>
            </a:lvl5pPr>
            <a:lvl6pPr algn="l">
              <a:defRPr sz="1425" b="0">
                <a:solidFill>
                  <a:srgbClr val="23312C"/>
                </a:solidFill>
                <a:latin typeface="Segoe UI"/>
                <a:ea typeface="Segoe UI"/>
                <a:cs typeface="Segoe UI"/>
              </a:defRPr>
            </a:lvl6pPr>
            <a:lvl7pPr algn="l">
              <a:defRPr sz="1425" b="0">
                <a:solidFill>
                  <a:srgbClr val="23312C"/>
                </a:solidFill>
                <a:latin typeface="Segoe UI"/>
                <a:ea typeface="Segoe UI"/>
                <a:cs typeface="Segoe UI"/>
              </a:defRPr>
            </a:lvl7pPr>
            <a:lvl8pPr algn="l">
              <a:defRPr sz="1425" b="0">
                <a:solidFill>
                  <a:srgbClr val="23312C"/>
                </a:solidFill>
                <a:latin typeface="Segoe UI"/>
                <a:ea typeface="Segoe UI"/>
                <a:cs typeface="Segoe UI"/>
              </a:defRPr>
            </a:lvl8pPr>
            <a:lvl9pPr algn="l">
              <a:defRPr sz="1425" b="0">
                <a:solidFill>
                  <a:srgbClr val="23312C"/>
                </a:solidFill>
                <a:latin typeface="Segoe UI"/>
                <a:ea typeface="Segoe UI"/>
                <a:cs typeface="Segoe UI"/>
              </a:defRPr>
            </a:lvl9pPr>
          </a:lstStyle>
          <a:p xmlns:a="http://schemas.openxmlformats.org/drawingml/2006/main">
            <a:pPr algn="l">
              <a:defRPr sz="1425" b="0">
                <a:solidFill>
                  <a:srgbClr val="23312C"/>
                </a:solidFill>
                <a:latin typeface="Segoe UI"/>
                <a:ea typeface="Segoe UI"/>
                <a:cs typeface="Segoe UI"/>
              </a:defRPr>
            </a:pPr>
            <a:r>
              <a:rPr sz="1425" b="0">
                <a:solidFill>
                  <a:srgbClr val="23312C"/>
                </a:solidFill>
                <a:latin typeface="Segoe UI"/>
                <a:ea typeface="Segoe UI"/>
                <a:cs typeface="Segoe UI"/>
              </a:rPr>
              <a:t>El contenido veterinario se reorganizó para que las pantallas compartan piezas y datos.</a:t>
            </a:r>
          </a:p>
        </p:txBody>
      </p:sp>
      <p:sp>
        <p:nvSpPr>
          <p:cNvPr id="6" name="">
            <a:extLst xmlns:a="http://schemas.openxmlformats.org/drawingml/2006/main">
              <a:ext uri="{FF2B5EF4-FFF2-40B4-BE49-F238E27FC236}">
                <a16:creationId xmlns:a16="http://schemas.microsoft.com/office/drawing/2014/main" id="{EA7AFBD8-B158-484F-BBB8-2BB746ED8309}"/>
              </a:ext>
            </a:extLst>
          </p:cNvPr>
          <p:cNvSpPr>
            <a:spLocks xmlns:a="http://schemas.openxmlformats.org/drawingml/2006/main" noGrp="1"/>
          </p:cNvSpPr>
          <p:nvPr/>
        </p:nvSpPr>
        <p:spPr>
          <a:xfrm xmlns:a="http://schemas.openxmlformats.org/drawingml/2006/main">
            <a:off x="819150" y="2047875"/>
            <a:ext cx="428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A6B64"/>
                </a:solidFill>
                <a:latin typeface="Segoe UI"/>
                <a:ea typeface="Segoe UI"/>
                <a:cs typeface="Segoe UI"/>
              </a:defRPr>
            </a:defPPr>
            <a:lvl1pPr algn="l">
              <a:defRPr sz="1200" b="1">
                <a:solidFill>
                  <a:srgbClr val="5A6B64"/>
                </a:solidFill>
                <a:latin typeface="Segoe UI"/>
                <a:ea typeface="Segoe UI"/>
                <a:cs typeface="Segoe UI"/>
              </a:defRPr>
            </a:lvl1pPr>
            <a:lvl2pPr algn="l">
              <a:defRPr sz="1200" b="1">
                <a:solidFill>
                  <a:srgbClr val="5A6B64"/>
                </a:solidFill>
                <a:latin typeface="Segoe UI"/>
                <a:ea typeface="Segoe UI"/>
                <a:cs typeface="Segoe UI"/>
              </a:defRPr>
            </a:lvl2pPr>
            <a:lvl3pPr algn="l">
              <a:defRPr sz="1200" b="1">
                <a:solidFill>
                  <a:srgbClr val="5A6B64"/>
                </a:solidFill>
                <a:latin typeface="Segoe UI"/>
                <a:ea typeface="Segoe UI"/>
                <a:cs typeface="Segoe UI"/>
              </a:defRPr>
            </a:lvl3pPr>
            <a:lvl4pPr algn="l">
              <a:defRPr sz="1200" b="1">
                <a:solidFill>
                  <a:srgbClr val="5A6B64"/>
                </a:solidFill>
                <a:latin typeface="Segoe UI"/>
                <a:ea typeface="Segoe UI"/>
                <a:cs typeface="Segoe UI"/>
              </a:defRPr>
            </a:lvl4pPr>
            <a:lvl5pPr algn="l">
              <a:defRPr sz="1200" b="1">
                <a:solidFill>
                  <a:srgbClr val="5A6B64"/>
                </a:solidFill>
                <a:latin typeface="Segoe UI"/>
                <a:ea typeface="Segoe UI"/>
                <a:cs typeface="Segoe UI"/>
              </a:defRPr>
            </a:lvl5pPr>
            <a:lvl6pPr algn="l">
              <a:defRPr sz="1200" b="1">
                <a:solidFill>
                  <a:srgbClr val="5A6B64"/>
                </a:solidFill>
                <a:latin typeface="Segoe UI"/>
                <a:ea typeface="Segoe UI"/>
                <a:cs typeface="Segoe UI"/>
              </a:defRPr>
            </a:lvl6pPr>
            <a:lvl7pPr algn="l">
              <a:defRPr sz="1200" b="1">
                <a:solidFill>
                  <a:srgbClr val="5A6B64"/>
                </a:solidFill>
                <a:latin typeface="Segoe UI"/>
                <a:ea typeface="Segoe UI"/>
                <a:cs typeface="Segoe UI"/>
              </a:defRPr>
            </a:lvl7pPr>
            <a:lvl8pPr algn="l">
              <a:defRPr sz="1200" b="1">
                <a:solidFill>
                  <a:srgbClr val="5A6B64"/>
                </a:solidFill>
                <a:latin typeface="Segoe UI"/>
                <a:ea typeface="Segoe UI"/>
                <a:cs typeface="Segoe UI"/>
              </a:defRPr>
            </a:lvl8pPr>
            <a:lvl9pPr algn="l">
              <a:defRPr sz="1200" b="1">
                <a:solidFill>
                  <a:srgbClr val="5A6B64"/>
                </a:solidFill>
                <a:latin typeface="Segoe UI"/>
                <a:ea typeface="Segoe UI"/>
                <a:cs typeface="Segoe UI"/>
              </a:defRPr>
            </a:lvl9pPr>
          </a:lstStyle>
          <a:p xmlns:a="http://schemas.openxmlformats.org/drawingml/2006/main">
            <a:pPr algn="l">
              <a:defRPr sz="1200" b="1">
                <a:solidFill>
                  <a:srgbClr val="5A6B64"/>
                </a:solidFill>
                <a:latin typeface="Segoe UI"/>
                <a:ea typeface="Segoe UI"/>
                <a:cs typeface="Segoe UI"/>
              </a:defRPr>
            </a:pPr>
            <a:r>
              <a:rPr sz="1200" b="1">
                <a:solidFill>
                  <a:srgbClr val="5A6B64"/>
                </a:solidFill>
                <a:latin typeface="Segoe UI"/>
                <a:ea typeface="Segoe UI"/>
                <a:cs typeface="Segoe UI"/>
              </a:rPr>
              <a:t>ANTES · SITIO EN HTML</a:t>
            </a:r>
          </a:p>
        </p:txBody>
      </p:sp>
      <p:sp>
        <p:nvSpPr>
          <p:cNvPr id="7" name="">
            <a:extLst xmlns:a="http://schemas.openxmlformats.org/drawingml/2006/main">
              <a:ext uri="{FF2B5EF4-FFF2-40B4-BE49-F238E27FC236}">
                <a16:creationId xmlns:a16="http://schemas.microsoft.com/office/drawing/2014/main" id="{86108F4F-D26D-497C-B35E-ABDAB1F28E5C}"/>
              </a:ext>
            </a:extLst>
          </p:cNvPr>
          <p:cNvSpPr>
            <a:spLocks xmlns:a="http://schemas.openxmlformats.org/drawingml/2006/main" noGrp="1"/>
          </p:cNvSpPr>
          <p:nvPr/>
        </p:nvSpPr>
        <p:spPr>
          <a:xfrm xmlns:a="http://schemas.openxmlformats.org/drawingml/2006/main">
            <a:off x="6515100" y="2047875"/>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F7A5F"/>
                </a:solidFill>
                <a:latin typeface="Segoe UI"/>
                <a:ea typeface="Segoe UI"/>
                <a:cs typeface="Segoe UI"/>
              </a:defRPr>
            </a:defPPr>
            <a:lvl1pPr algn="l">
              <a:defRPr sz="1200" b="1">
                <a:solidFill>
                  <a:srgbClr val="2F7A5F"/>
                </a:solidFill>
                <a:latin typeface="Segoe UI"/>
                <a:ea typeface="Segoe UI"/>
                <a:cs typeface="Segoe UI"/>
              </a:defRPr>
            </a:lvl1pPr>
            <a:lvl2pPr algn="l">
              <a:defRPr sz="1200" b="1">
                <a:solidFill>
                  <a:srgbClr val="2F7A5F"/>
                </a:solidFill>
                <a:latin typeface="Segoe UI"/>
                <a:ea typeface="Segoe UI"/>
                <a:cs typeface="Segoe UI"/>
              </a:defRPr>
            </a:lvl2pPr>
            <a:lvl3pPr algn="l">
              <a:defRPr sz="1200" b="1">
                <a:solidFill>
                  <a:srgbClr val="2F7A5F"/>
                </a:solidFill>
                <a:latin typeface="Segoe UI"/>
                <a:ea typeface="Segoe UI"/>
                <a:cs typeface="Segoe UI"/>
              </a:defRPr>
            </a:lvl3pPr>
            <a:lvl4pPr algn="l">
              <a:defRPr sz="1200" b="1">
                <a:solidFill>
                  <a:srgbClr val="2F7A5F"/>
                </a:solidFill>
                <a:latin typeface="Segoe UI"/>
                <a:ea typeface="Segoe UI"/>
                <a:cs typeface="Segoe UI"/>
              </a:defRPr>
            </a:lvl4pPr>
            <a:lvl5pPr algn="l">
              <a:defRPr sz="1200" b="1">
                <a:solidFill>
                  <a:srgbClr val="2F7A5F"/>
                </a:solidFill>
                <a:latin typeface="Segoe UI"/>
                <a:ea typeface="Segoe UI"/>
                <a:cs typeface="Segoe UI"/>
              </a:defRPr>
            </a:lvl5pPr>
            <a:lvl6pPr algn="l">
              <a:defRPr sz="1200" b="1">
                <a:solidFill>
                  <a:srgbClr val="2F7A5F"/>
                </a:solidFill>
                <a:latin typeface="Segoe UI"/>
                <a:ea typeface="Segoe UI"/>
                <a:cs typeface="Segoe UI"/>
              </a:defRPr>
            </a:lvl6pPr>
            <a:lvl7pPr algn="l">
              <a:defRPr sz="1200" b="1">
                <a:solidFill>
                  <a:srgbClr val="2F7A5F"/>
                </a:solidFill>
                <a:latin typeface="Segoe UI"/>
                <a:ea typeface="Segoe UI"/>
                <a:cs typeface="Segoe UI"/>
              </a:defRPr>
            </a:lvl7pPr>
            <a:lvl8pPr algn="l">
              <a:defRPr sz="1200" b="1">
                <a:solidFill>
                  <a:srgbClr val="2F7A5F"/>
                </a:solidFill>
                <a:latin typeface="Segoe UI"/>
                <a:ea typeface="Segoe UI"/>
                <a:cs typeface="Segoe UI"/>
              </a:defRPr>
            </a:lvl8pPr>
            <a:lvl9pPr algn="l">
              <a:defRPr sz="1200" b="1">
                <a:solidFill>
                  <a:srgbClr val="2F7A5F"/>
                </a:solidFill>
                <a:latin typeface="Segoe UI"/>
                <a:ea typeface="Segoe UI"/>
                <a:cs typeface="Segoe UI"/>
              </a:defRPr>
            </a:lvl9pPr>
          </a:lstStyle>
          <a:p xmlns:a="http://schemas.openxmlformats.org/drawingml/2006/main">
            <a:pPr algn="l">
              <a:defRPr sz="1200" b="1">
                <a:solidFill>
                  <a:srgbClr val="2F7A5F"/>
                </a:solidFill>
                <a:latin typeface="Segoe UI"/>
                <a:ea typeface="Segoe UI"/>
                <a:cs typeface="Segoe UI"/>
              </a:defRPr>
            </a:pPr>
            <a:r>
              <a:rPr sz="1200" b="1">
                <a:solidFill>
                  <a:srgbClr val="2F7A5F"/>
                </a:solidFill>
                <a:latin typeface="Segoe UI"/>
                <a:ea typeface="Segoe UI"/>
                <a:cs typeface="Segoe UI"/>
              </a:rPr>
              <a:t>AHORA · APLICACIÓN REACT</a:t>
            </a:r>
          </a:p>
        </p:txBody>
      </p:sp>
      <p:sp>
        <p:nvSpPr>
          <p:cNvPr id="8" name="">
            <a:extLst xmlns:a="http://schemas.openxmlformats.org/drawingml/2006/main">
              <a:ext uri="{FF2B5EF4-FFF2-40B4-BE49-F238E27FC236}">
                <a16:creationId xmlns:a16="http://schemas.microsoft.com/office/drawing/2014/main" id="{0918432F-CD3A-4B78-BB7D-689B01842540}"/>
              </a:ext>
            </a:extLst>
          </p:cNvPr>
          <p:cNvSpPr>
            <a:spLocks xmlns:a="http://schemas.openxmlformats.org/drawingml/2006/main" noGrp="1"/>
          </p:cNvSpPr>
          <p:nvPr/>
        </p:nvSpPr>
        <p:spPr>
          <a:xfrm xmlns:a="http://schemas.openxmlformats.org/drawingml/2006/main">
            <a:off x="628650" y="2428875"/>
            <a:ext cx="10934700" cy="628650"/>
          </a:xfrm>
          <a:prstGeom xmlns:a="http://schemas.openxmlformats.org/drawingml/2006/main" prst="roundRect">
            <a:avLst>
              <a:gd name="adj" fmla="val 12121"/>
            </a:avLst>
          </a:prstGeom>
          <a:solidFill xmlns:a="http://schemas.openxmlformats.org/drawingml/2006/main">
            <a:srgbClr val="EAF3EE"/>
          </a:solidFill>
          <a:ln xmlns:a="http://schemas.openxmlformats.org/drawingml/2006/main" w="9525">
            <a:solidFill>
              <a:srgbClr val="DFE7E3"/>
            </a:solidFill>
            <a:prstDash val="solid"/>
          </a:ln>
        </p:spPr>
      </p:sp>
      <p:sp>
        <p:nvSpPr>
          <p:cNvPr id="9" name="">
            <a:extLst xmlns:a="http://schemas.openxmlformats.org/drawingml/2006/main">
              <a:ext uri="{FF2B5EF4-FFF2-40B4-BE49-F238E27FC236}">
                <a16:creationId xmlns:a16="http://schemas.microsoft.com/office/drawing/2014/main" id="{1094741C-A32F-40F2-83CA-D08B6F4AEA0E}"/>
              </a:ext>
            </a:extLst>
          </p:cNvPr>
          <p:cNvSpPr>
            <a:spLocks xmlns:a="http://schemas.openxmlformats.org/drawingml/2006/main" noGrp="1"/>
          </p:cNvSpPr>
          <p:nvPr/>
        </p:nvSpPr>
        <p:spPr>
          <a:xfrm xmlns:a="http://schemas.openxmlformats.org/drawingml/2006/main">
            <a:off x="800100" y="2495550"/>
            <a:ext cx="198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5942"/>
                </a:solidFill>
                <a:latin typeface="Segoe UI"/>
                <a:ea typeface="Segoe UI"/>
                <a:cs typeface="Segoe UI"/>
              </a:defRPr>
            </a:defPPr>
            <a:lvl1pPr algn="l">
              <a:defRPr sz="1200" b="1">
                <a:solidFill>
                  <a:srgbClr val="205942"/>
                </a:solidFill>
                <a:latin typeface="Segoe UI"/>
                <a:ea typeface="Segoe UI"/>
                <a:cs typeface="Segoe UI"/>
              </a:defRPr>
            </a:lvl1pPr>
            <a:lvl2pPr algn="l">
              <a:defRPr sz="1200" b="1">
                <a:solidFill>
                  <a:srgbClr val="205942"/>
                </a:solidFill>
                <a:latin typeface="Segoe UI"/>
                <a:ea typeface="Segoe UI"/>
                <a:cs typeface="Segoe UI"/>
              </a:defRPr>
            </a:lvl2pPr>
            <a:lvl3pPr algn="l">
              <a:defRPr sz="1200" b="1">
                <a:solidFill>
                  <a:srgbClr val="205942"/>
                </a:solidFill>
                <a:latin typeface="Segoe UI"/>
                <a:ea typeface="Segoe UI"/>
                <a:cs typeface="Segoe UI"/>
              </a:defRPr>
            </a:lvl3pPr>
            <a:lvl4pPr algn="l">
              <a:defRPr sz="1200" b="1">
                <a:solidFill>
                  <a:srgbClr val="205942"/>
                </a:solidFill>
                <a:latin typeface="Segoe UI"/>
                <a:ea typeface="Segoe UI"/>
                <a:cs typeface="Segoe UI"/>
              </a:defRPr>
            </a:lvl4pPr>
            <a:lvl5pPr algn="l">
              <a:defRPr sz="1200" b="1">
                <a:solidFill>
                  <a:srgbClr val="205942"/>
                </a:solidFill>
                <a:latin typeface="Segoe UI"/>
                <a:ea typeface="Segoe UI"/>
                <a:cs typeface="Segoe UI"/>
              </a:defRPr>
            </a:lvl5pPr>
            <a:lvl6pPr algn="l">
              <a:defRPr sz="1200" b="1">
                <a:solidFill>
                  <a:srgbClr val="205942"/>
                </a:solidFill>
                <a:latin typeface="Segoe UI"/>
                <a:ea typeface="Segoe UI"/>
                <a:cs typeface="Segoe UI"/>
              </a:defRPr>
            </a:lvl6pPr>
            <a:lvl7pPr algn="l">
              <a:defRPr sz="1200" b="1">
                <a:solidFill>
                  <a:srgbClr val="205942"/>
                </a:solidFill>
                <a:latin typeface="Segoe UI"/>
                <a:ea typeface="Segoe UI"/>
                <a:cs typeface="Segoe UI"/>
              </a:defRPr>
            </a:lvl7pPr>
            <a:lvl8pPr algn="l">
              <a:defRPr sz="1200" b="1">
                <a:solidFill>
                  <a:srgbClr val="205942"/>
                </a:solidFill>
                <a:latin typeface="Segoe UI"/>
                <a:ea typeface="Segoe UI"/>
                <a:cs typeface="Segoe UI"/>
              </a:defRPr>
            </a:lvl8pPr>
            <a:lvl9pPr algn="l">
              <a:defRPr sz="1200" b="1">
                <a:solidFill>
                  <a:srgbClr val="205942"/>
                </a:solidFill>
                <a:latin typeface="Segoe UI"/>
                <a:ea typeface="Segoe UI"/>
                <a:cs typeface="Segoe UI"/>
              </a:defRPr>
            </a:lvl9pPr>
          </a:lstStyle>
          <a:p xmlns:a="http://schemas.openxmlformats.org/drawingml/2006/main">
            <a:pPr algn="l">
              <a:defRPr sz="1200" b="1">
                <a:solidFill>
                  <a:srgbClr val="205942"/>
                </a:solidFill>
                <a:latin typeface="Segoe UI"/>
                <a:ea typeface="Segoe UI"/>
                <a:cs typeface="Segoe UI"/>
              </a:defRPr>
            </a:pPr>
            <a:r>
              <a:rPr sz="1200" b="1">
                <a:solidFill>
                  <a:srgbClr val="205942"/>
                </a:solidFill>
                <a:latin typeface="Segoe UI"/>
                <a:ea typeface="Segoe UI"/>
                <a:cs typeface="Segoe UI"/>
              </a:rPr>
              <a:t>Páginas independientes</a:t>
            </a:r>
          </a:p>
        </p:txBody>
      </p:sp>
      <p:sp>
        <p:nvSpPr>
          <p:cNvPr id="10" name="">
            <a:extLst xmlns:a="http://schemas.openxmlformats.org/drawingml/2006/main">
              <a:ext uri="{FF2B5EF4-FFF2-40B4-BE49-F238E27FC236}">
                <a16:creationId xmlns:a16="http://schemas.microsoft.com/office/drawing/2014/main" id="{A199A8EF-BA91-4F55-A1BB-C1E1790D4088}"/>
              </a:ext>
            </a:extLst>
          </p:cNvPr>
          <p:cNvSpPr>
            <a:spLocks xmlns:a="http://schemas.openxmlformats.org/drawingml/2006/main" noGrp="1"/>
          </p:cNvSpPr>
          <p:nvPr/>
        </p:nvSpPr>
        <p:spPr>
          <a:xfrm xmlns:a="http://schemas.openxmlformats.org/drawingml/2006/main">
            <a:off x="2924175" y="2495550"/>
            <a:ext cx="32099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index.html · productos.html · carrito.html</a:t>
            </a:r>
          </a:p>
        </p:txBody>
      </p:sp>
      <p:sp>
        <p:nvSpPr>
          <p:cNvPr id="11" name="">
            <a:extLst xmlns:a="http://schemas.openxmlformats.org/drawingml/2006/main">
              <a:ext uri="{FF2B5EF4-FFF2-40B4-BE49-F238E27FC236}">
                <a16:creationId xmlns:a16="http://schemas.microsoft.com/office/drawing/2014/main" id="{DBD0C60F-BA02-45DA-89D7-93BDD8575160}"/>
              </a:ext>
            </a:extLst>
          </p:cNvPr>
          <p:cNvSpPr>
            <a:spLocks xmlns:a="http://schemas.openxmlformats.org/drawingml/2006/main" noGrp="1"/>
          </p:cNvSpPr>
          <p:nvPr/>
        </p:nvSpPr>
        <p:spPr>
          <a:xfrm xmlns:a="http://schemas.openxmlformats.org/drawingml/2006/main">
            <a:off x="6515100" y="249555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src/pages · una vista por pantalla</a:t>
            </a:r>
          </a:p>
        </p:txBody>
      </p:sp>
      <p:sp>
        <p:nvSpPr>
          <p:cNvPr id="12" name="">
            <a:extLst xmlns:a="http://schemas.openxmlformats.org/drawingml/2006/main">
              <a:ext uri="{FF2B5EF4-FFF2-40B4-BE49-F238E27FC236}">
                <a16:creationId xmlns:a16="http://schemas.microsoft.com/office/drawing/2014/main" id="{55C8443B-E77D-4918-84CF-4FCE6824532E}"/>
              </a:ext>
            </a:extLst>
          </p:cNvPr>
          <p:cNvSpPr>
            <a:spLocks xmlns:a="http://schemas.openxmlformats.org/drawingml/2006/main" noGrp="1"/>
          </p:cNvSpPr>
          <p:nvPr/>
        </p:nvSpPr>
        <p:spPr>
          <a:xfrm xmlns:a="http://schemas.openxmlformats.org/drawingml/2006/main">
            <a:off x="628650" y="3162300"/>
            <a:ext cx="109347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FE7E3"/>
            </a:solidFill>
            <a:prstDash val="solid"/>
          </a:ln>
        </p:spPr>
      </p:sp>
      <p:sp>
        <p:nvSpPr>
          <p:cNvPr id="13" name="">
            <a:extLst xmlns:a="http://schemas.openxmlformats.org/drawingml/2006/main">
              <a:ext uri="{FF2B5EF4-FFF2-40B4-BE49-F238E27FC236}">
                <a16:creationId xmlns:a16="http://schemas.microsoft.com/office/drawing/2014/main" id="{8DF77F69-FAF6-4698-9AC6-57E894ED24E8}"/>
              </a:ext>
            </a:extLst>
          </p:cNvPr>
          <p:cNvSpPr>
            <a:spLocks xmlns:a="http://schemas.openxmlformats.org/drawingml/2006/main" noGrp="1"/>
          </p:cNvSpPr>
          <p:nvPr/>
        </p:nvSpPr>
        <p:spPr>
          <a:xfrm xmlns:a="http://schemas.openxmlformats.org/drawingml/2006/main">
            <a:off x="800100" y="3228975"/>
            <a:ext cx="198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5942"/>
                </a:solidFill>
                <a:latin typeface="Segoe UI"/>
                <a:ea typeface="Segoe UI"/>
                <a:cs typeface="Segoe UI"/>
              </a:defRPr>
            </a:defPPr>
            <a:lvl1pPr algn="l">
              <a:defRPr sz="1200" b="1">
                <a:solidFill>
                  <a:srgbClr val="205942"/>
                </a:solidFill>
                <a:latin typeface="Segoe UI"/>
                <a:ea typeface="Segoe UI"/>
                <a:cs typeface="Segoe UI"/>
              </a:defRPr>
            </a:lvl1pPr>
            <a:lvl2pPr algn="l">
              <a:defRPr sz="1200" b="1">
                <a:solidFill>
                  <a:srgbClr val="205942"/>
                </a:solidFill>
                <a:latin typeface="Segoe UI"/>
                <a:ea typeface="Segoe UI"/>
                <a:cs typeface="Segoe UI"/>
              </a:defRPr>
            </a:lvl2pPr>
            <a:lvl3pPr algn="l">
              <a:defRPr sz="1200" b="1">
                <a:solidFill>
                  <a:srgbClr val="205942"/>
                </a:solidFill>
                <a:latin typeface="Segoe UI"/>
                <a:ea typeface="Segoe UI"/>
                <a:cs typeface="Segoe UI"/>
              </a:defRPr>
            </a:lvl3pPr>
            <a:lvl4pPr algn="l">
              <a:defRPr sz="1200" b="1">
                <a:solidFill>
                  <a:srgbClr val="205942"/>
                </a:solidFill>
                <a:latin typeface="Segoe UI"/>
                <a:ea typeface="Segoe UI"/>
                <a:cs typeface="Segoe UI"/>
              </a:defRPr>
            </a:lvl4pPr>
            <a:lvl5pPr algn="l">
              <a:defRPr sz="1200" b="1">
                <a:solidFill>
                  <a:srgbClr val="205942"/>
                </a:solidFill>
                <a:latin typeface="Segoe UI"/>
                <a:ea typeface="Segoe UI"/>
                <a:cs typeface="Segoe UI"/>
              </a:defRPr>
            </a:lvl5pPr>
            <a:lvl6pPr algn="l">
              <a:defRPr sz="1200" b="1">
                <a:solidFill>
                  <a:srgbClr val="205942"/>
                </a:solidFill>
                <a:latin typeface="Segoe UI"/>
                <a:ea typeface="Segoe UI"/>
                <a:cs typeface="Segoe UI"/>
              </a:defRPr>
            </a:lvl6pPr>
            <a:lvl7pPr algn="l">
              <a:defRPr sz="1200" b="1">
                <a:solidFill>
                  <a:srgbClr val="205942"/>
                </a:solidFill>
                <a:latin typeface="Segoe UI"/>
                <a:ea typeface="Segoe UI"/>
                <a:cs typeface="Segoe UI"/>
              </a:defRPr>
            </a:lvl7pPr>
            <a:lvl8pPr algn="l">
              <a:defRPr sz="1200" b="1">
                <a:solidFill>
                  <a:srgbClr val="205942"/>
                </a:solidFill>
                <a:latin typeface="Segoe UI"/>
                <a:ea typeface="Segoe UI"/>
                <a:cs typeface="Segoe UI"/>
              </a:defRPr>
            </a:lvl8pPr>
            <a:lvl9pPr algn="l">
              <a:defRPr sz="1200" b="1">
                <a:solidFill>
                  <a:srgbClr val="205942"/>
                </a:solidFill>
                <a:latin typeface="Segoe UI"/>
                <a:ea typeface="Segoe UI"/>
                <a:cs typeface="Segoe UI"/>
              </a:defRPr>
            </a:lvl9pPr>
          </a:lstStyle>
          <a:p xmlns:a="http://schemas.openxmlformats.org/drawingml/2006/main">
            <a:pPr algn="l">
              <a:defRPr sz="1200" b="1">
                <a:solidFill>
                  <a:srgbClr val="205942"/>
                </a:solidFill>
                <a:latin typeface="Segoe UI"/>
                <a:ea typeface="Segoe UI"/>
                <a:cs typeface="Segoe UI"/>
              </a:defRPr>
            </a:pPr>
            <a:r>
              <a:rPr sz="1200" b="1">
                <a:solidFill>
                  <a:srgbClr val="205942"/>
                </a:solidFill>
                <a:latin typeface="Segoe UI"/>
                <a:ea typeface="Segoe UI"/>
                <a:cs typeface="Segoe UI"/>
              </a:rPr>
              <a:t>Navegación por archivos</a:t>
            </a:r>
          </a:p>
        </p:txBody>
      </p:sp>
      <p:sp>
        <p:nvSpPr>
          <p:cNvPr id="14" name="">
            <a:extLst xmlns:a="http://schemas.openxmlformats.org/drawingml/2006/main">
              <a:ext uri="{FF2B5EF4-FFF2-40B4-BE49-F238E27FC236}">
                <a16:creationId xmlns:a16="http://schemas.microsoft.com/office/drawing/2014/main" id="{EE09064E-D958-466D-9881-54E7E81F9C68}"/>
              </a:ext>
            </a:extLst>
          </p:cNvPr>
          <p:cNvSpPr>
            <a:spLocks xmlns:a="http://schemas.openxmlformats.org/drawingml/2006/main" noGrp="1"/>
          </p:cNvSpPr>
          <p:nvPr/>
        </p:nvSpPr>
        <p:spPr>
          <a:xfrm xmlns:a="http://schemas.openxmlformats.org/drawingml/2006/main">
            <a:off x="2924175" y="3228975"/>
            <a:ext cx="32099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Cada enlace abría otro HTML</a:t>
            </a:r>
          </a:p>
        </p:txBody>
      </p:sp>
      <p:sp>
        <p:nvSpPr>
          <p:cNvPr id="15" name="">
            <a:extLst xmlns:a="http://schemas.openxmlformats.org/drawingml/2006/main">
              <a:ext uri="{FF2B5EF4-FFF2-40B4-BE49-F238E27FC236}">
                <a16:creationId xmlns:a16="http://schemas.microsoft.com/office/drawing/2014/main" id="{188C8027-5C51-45E5-B2A5-38E99153CA6E}"/>
              </a:ext>
            </a:extLst>
          </p:cNvPr>
          <p:cNvSpPr>
            <a:spLocks xmlns:a="http://schemas.openxmlformats.org/drawingml/2006/main" noGrp="1"/>
          </p:cNvSpPr>
          <p:nvPr/>
        </p:nvSpPr>
        <p:spPr>
          <a:xfrm xmlns:a="http://schemas.openxmlformats.org/drawingml/2006/main">
            <a:off x="6515100" y="3228975"/>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React Router elige la vista por URL</a:t>
            </a:r>
          </a:p>
        </p:txBody>
      </p:sp>
      <p:sp>
        <p:nvSpPr>
          <p:cNvPr id="16" name="">
            <a:extLst xmlns:a="http://schemas.openxmlformats.org/drawingml/2006/main">
              <a:ext uri="{FF2B5EF4-FFF2-40B4-BE49-F238E27FC236}">
                <a16:creationId xmlns:a16="http://schemas.microsoft.com/office/drawing/2014/main" id="{8C76D7F0-310F-4BD2-AA51-D93E33FDD81A}"/>
              </a:ext>
            </a:extLst>
          </p:cNvPr>
          <p:cNvSpPr>
            <a:spLocks xmlns:a="http://schemas.openxmlformats.org/drawingml/2006/main" noGrp="1"/>
          </p:cNvSpPr>
          <p:nvPr/>
        </p:nvSpPr>
        <p:spPr>
          <a:xfrm xmlns:a="http://schemas.openxmlformats.org/drawingml/2006/main">
            <a:off x="628650" y="3895725"/>
            <a:ext cx="10934700" cy="628650"/>
          </a:xfrm>
          <a:prstGeom xmlns:a="http://schemas.openxmlformats.org/drawingml/2006/main" prst="roundRect">
            <a:avLst>
              <a:gd name="adj" fmla="val 12121"/>
            </a:avLst>
          </a:prstGeom>
          <a:solidFill xmlns:a="http://schemas.openxmlformats.org/drawingml/2006/main">
            <a:srgbClr val="EAF3EE"/>
          </a:solidFill>
          <a:ln xmlns:a="http://schemas.openxmlformats.org/drawingml/2006/main" w="9525">
            <a:solidFill>
              <a:srgbClr val="DFE7E3"/>
            </a:solidFill>
            <a:prstDash val="solid"/>
          </a:ln>
        </p:spPr>
      </p:sp>
      <p:sp>
        <p:nvSpPr>
          <p:cNvPr id="17" name="">
            <a:extLst xmlns:a="http://schemas.openxmlformats.org/drawingml/2006/main">
              <a:ext uri="{FF2B5EF4-FFF2-40B4-BE49-F238E27FC236}">
                <a16:creationId xmlns:a16="http://schemas.microsoft.com/office/drawing/2014/main" id="{BE17F2B4-DA2D-4170-BDD3-D9BC19449FB2}"/>
              </a:ext>
            </a:extLst>
          </p:cNvPr>
          <p:cNvSpPr>
            <a:spLocks xmlns:a="http://schemas.openxmlformats.org/drawingml/2006/main" noGrp="1"/>
          </p:cNvSpPr>
          <p:nvPr/>
        </p:nvSpPr>
        <p:spPr>
          <a:xfrm xmlns:a="http://schemas.openxmlformats.org/drawingml/2006/main">
            <a:off x="800100" y="3962400"/>
            <a:ext cx="198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5942"/>
                </a:solidFill>
                <a:latin typeface="Segoe UI"/>
                <a:ea typeface="Segoe UI"/>
                <a:cs typeface="Segoe UI"/>
              </a:defRPr>
            </a:defPPr>
            <a:lvl1pPr algn="l">
              <a:defRPr sz="1200" b="1">
                <a:solidFill>
                  <a:srgbClr val="205942"/>
                </a:solidFill>
                <a:latin typeface="Segoe UI"/>
                <a:ea typeface="Segoe UI"/>
                <a:cs typeface="Segoe UI"/>
              </a:defRPr>
            </a:lvl1pPr>
            <a:lvl2pPr algn="l">
              <a:defRPr sz="1200" b="1">
                <a:solidFill>
                  <a:srgbClr val="205942"/>
                </a:solidFill>
                <a:latin typeface="Segoe UI"/>
                <a:ea typeface="Segoe UI"/>
                <a:cs typeface="Segoe UI"/>
              </a:defRPr>
            </a:lvl2pPr>
            <a:lvl3pPr algn="l">
              <a:defRPr sz="1200" b="1">
                <a:solidFill>
                  <a:srgbClr val="205942"/>
                </a:solidFill>
                <a:latin typeface="Segoe UI"/>
                <a:ea typeface="Segoe UI"/>
                <a:cs typeface="Segoe UI"/>
              </a:defRPr>
            </a:lvl3pPr>
            <a:lvl4pPr algn="l">
              <a:defRPr sz="1200" b="1">
                <a:solidFill>
                  <a:srgbClr val="205942"/>
                </a:solidFill>
                <a:latin typeface="Segoe UI"/>
                <a:ea typeface="Segoe UI"/>
                <a:cs typeface="Segoe UI"/>
              </a:defRPr>
            </a:lvl4pPr>
            <a:lvl5pPr algn="l">
              <a:defRPr sz="1200" b="1">
                <a:solidFill>
                  <a:srgbClr val="205942"/>
                </a:solidFill>
                <a:latin typeface="Segoe UI"/>
                <a:ea typeface="Segoe UI"/>
                <a:cs typeface="Segoe UI"/>
              </a:defRPr>
            </a:lvl5pPr>
            <a:lvl6pPr algn="l">
              <a:defRPr sz="1200" b="1">
                <a:solidFill>
                  <a:srgbClr val="205942"/>
                </a:solidFill>
                <a:latin typeface="Segoe UI"/>
                <a:ea typeface="Segoe UI"/>
                <a:cs typeface="Segoe UI"/>
              </a:defRPr>
            </a:lvl6pPr>
            <a:lvl7pPr algn="l">
              <a:defRPr sz="1200" b="1">
                <a:solidFill>
                  <a:srgbClr val="205942"/>
                </a:solidFill>
                <a:latin typeface="Segoe UI"/>
                <a:ea typeface="Segoe UI"/>
                <a:cs typeface="Segoe UI"/>
              </a:defRPr>
            </a:lvl7pPr>
            <a:lvl8pPr algn="l">
              <a:defRPr sz="1200" b="1">
                <a:solidFill>
                  <a:srgbClr val="205942"/>
                </a:solidFill>
                <a:latin typeface="Segoe UI"/>
                <a:ea typeface="Segoe UI"/>
                <a:cs typeface="Segoe UI"/>
              </a:defRPr>
            </a:lvl8pPr>
            <a:lvl9pPr algn="l">
              <a:defRPr sz="1200" b="1">
                <a:solidFill>
                  <a:srgbClr val="205942"/>
                </a:solidFill>
                <a:latin typeface="Segoe UI"/>
                <a:ea typeface="Segoe UI"/>
                <a:cs typeface="Segoe UI"/>
              </a:defRPr>
            </a:lvl9pPr>
          </a:lstStyle>
          <a:p xmlns:a="http://schemas.openxmlformats.org/drawingml/2006/main">
            <a:pPr algn="l">
              <a:defRPr sz="1200" b="1">
                <a:solidFill>
                  <a:srgbClr val="205942"/>
                </a:solidFill>
                <a:latin typeface="Segoe UI"/>
                <a:ea typeface="Segoe UI"/>
                <a:cs typeface="Segoe UI"/>
              </a:defRPr>
            </a:pPr>
            <a:r>
              <a:rPr sz="1200" b="1">
                <a:solidFill>
                  <a:srgbClr val="205942"/>
                </a:solidFill>
                <a:latin typeface="Segoe UI"/>
                <a:ea typeface="Segoe UI"/>
                <a:cs typeface="Segoe UI"/>
              </a:rPr>
              <a:t>Contenido del catálogo</a:t>
            </a:r>
          </a:p>
        </p:txBody>
      </p:sp>
      <p:sp>
        <p:nvSpPr>
          <p:cNvPr id="18" name="">
            <a:extLst xmlns:a="http://schemas.openxmlformats.org/drawingml/2006/main">
              <a:ext uri="{FF2B5EF4-FFF2-40B4-BE49-F238E27FC236}">
                <a16:creationId xmlns:a16="http://schemas.microsoft.com/office/drawing/2014/main" id="{29A70900-26A9-4C1B-9D93-AFD872CD2DE3}"/>
              </a:ext>
            </a:extLst>
          </p:cNvPr>
          <p:cNvSpPr>
            <a:spLocks xmlns:a="http://schemas.openxmlformats.org/drawingml/2006/main" noGrp="1"/>
          </p:cNvSpPr>
          <p:nvPr/>
        </p:nvSpPr>
        <p:spPr>
          <a:xfrm xmlns:a="http://schemas.openxmlformats.org/drawingml/2006/main">
            <a:off x="2924175" y="3962400"/>
            <a:ext cx="32099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productos.js arma HTML y usa innerHTML</a:t>
            </a:r>
          </a:p>
        </p:txBody>
      </p:sp>
      <p:sp>
        <p:nvSpPr>
          <p:cNvPr id="19" name="">
            <a:extLst xmlns:a="http://schemas.openxmlformats.org/drawingml/2006/main">
              <a:ext uri="{FF2B5EF4-FFF2-40B4-BE49-F238E27FC236}">
                <a16:creationId xmlns:a16="http://schemas.microsoft.com/office/drawing/2014/main" id="{628D265A-5BAC-4142-9882-B6BE9481F208}"/>
              </a:ext>
            </a:extLst>
          </p:cNvPr>
          <p:cNvSpPr>
            <a:spLocks xmlns:a="http://schemas.openxmlformats.org/drawingml/2006/main" noGrp="1"/>
          </p:cNvSpPr>
          <p:nvPr/>
        </p:nvSpPr>
        <p:spPr>
          <a:xfrm xmlns:a="http://schemas.openxmlformats.org/drawingml/2006/main">
            <a:off x="6515100" y="39624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Productos.jsx recorre datos y usa ProductoCard</a:t>
            </a:r>
          </a:p>
        </p:txBody>
      </p:sp>
      <p:sp>
        <p:nvSpPr>
          <p:cNvPr id="20" name="">
            <a:extLst xmlns:a="http://schemas.openxmlformats.org/drawingml/2006/main">
              <a:ext uri="{FF2B5EF4-FFF2-40B4-BE49-F238E27FC236}">
                <a16:creationId xmlns:a16="http://schemas.microsoft.com/office/drawing/2014/main" id="{64A1F456-A34D-443A-AD77-E04757033A8C}"/>
              </a:ext>
            </a:extLst>
          </p:cNvPr>
          <p:cNvSpPr>
            <a:spLocks xmlns:a="http://schemas.openxmlformats.org/drawingml/2006/main" noGrp="1"/>
          </p:cNvSpPr>
          <p:nvPr/>
        </p:nvSpPr>
        <p:spPr>
          <a:xfrm xmlns:a="http://schemas.openxmlformats.org/drawingml/2006/main">
            <a:off x="628650" y="4629150"/>
            <a:ext cx="109347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FE7E3"/>
            </a:solidFill>
            <a:prstDash val="solid"/>
          </a:ln>
        </p:spPr>
      </p:sp>
      <p:sp>
        <p:nvSpPr>
          <p:cNvPr id="21" name="">
            <a:extLst xmlns:a="http://schemas.openxmlformats.org/drawingml/2006/main">
              <a:ext uri="{FF2B5EF4-FFF2-40B4-BE49-F238E27FC236}">
                <a16:creationId xmlns:a16="http://schemas.microsoft.com/office/drawing/2014/main" id="{73D3D6C9-9AC8-468E-BAB2-C157DC86D0B2}"/>
              </a:ext>
            </a:extLst>
          </p:cNvPr>
          <p:cNvSpPr>
            <a:spLocks xmlns:a="http://schemas.openxmlformats.org/drawingml/2006/main" noGrp="1"/>
          </p:cNvSpPr>
          <p:nvPr/>
        </p:nvSpPr>
        <p:spPr>
          <a:xfrm xmlns:a="http://schemas.openxmlformats.org/drawingml/2006/main">
            <a:off x="800100" y="4695825"/>
            <a:ext cx="198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5942"/>
                </a:solidFill>
                <a:latin typeface="Segoe UI"/>
                <a:ea typeface="Segoe UI"/>
                <a:cs typeface="Segoe UI"/>
              </a:defRPr>
            </a:defPPr>
            <a:lvl1pPr algn="l">
              <a:defRPr sz="1200" b="1">
                <a:solidFill>
                  <a:srgbClr val="205942"/>
                </a:solidFill>
                <a:latin typeface="Segoe UI"/>
                <a:ea typeface="Segoe UI"/>
                <a:cs typeface="Segoe UI"/>
              </a:defRPr>
            </a:lvl1pPr>
            <a:lvl2pPr algn="l">
              <a:defRPr sz="1200" b="1">
                <a:solidFill>
                  <a:srgbClr val="205942"/>
                </a:solidFill>
                <a:latin typeface="Segoe UI"/>
                <a:ea typeface="Segoe UI"/>
                <a:cs typeface="Segoe UI"/>
              </a:defRPr>
            </a:lvl2pPr>
            <a:lvl3pPr algn="l">
              <a:defRPr sz="1200" b="1">
                <a:solidFill>
                  <a:srgbClr val="205942"/>
                </a:solidFill>
                <a:latin typeface="Segoe UI"/>
                <a:ea typeface="Segoe UI"/>
                <a:cs typeface="Segoe UI"/>
              </a:defRPr>
            </a:lvl3pPr>
            <a:lvl4pPr algn="l">
              <a:defRPr sz="1200" b="1">
                <a:solidFill>
                  <a:srgbClr val="205942"/>
                </a:solidFill>
                <a:latin typeface="Segoe UI"/>
                <a:ea typeface="Segoe UI"/>
                <a:cs typeface="Segoe UI"/>
              </a:defRPr>
            </a:lvl4pPr>
            <a:lvl5pPr algn="l">
              <a:defRPr sz="1200" b="1">
                <a:solidFill>
                  <a:srgbClr val="205942"/>
                </a:solidFill>
                <a:latin typeface="Segoe UI"/>
                <a:ea typeface="Segoe UI"/>
                <a:cs typeface="Segoe UI"/>
              </a:defRPr>
            </a:lvl5pPr>
            <a:lvl6pPr algn="l">
              <a:defRPr sz="1200" b="1">
                <a:solidFill>
                  <a:srgbClr val="205942"/>
                </a:solidFill>
                <a:latin typeface="Segoe UI"/>
                <a:ea typeface="Segoe UI"/>
                <a:cs typeface="Segoe UI"/>
              </a:defRPr>
            </a:lvl6pPr>
            <a:lvl7pPr algn="l">
              <a:defRPr sz="1200" b="1">
                <a:solidFill>
                  <a:srgbClr val="205942"/>
                </a:solidFill>
                <a:latin typeface="Segoe UI"/>
                <a:ea typeface="Segoe UI"/>
                <a:cs typeface="Segoe UI"/>
              </a:defRPr>
            </a:lvl7pPr>
            <a:lvl8pPr algn="l">
              <a:defRPr sz="1200" b="1">
                <a:solidFill>
                  <a:srgbClr val="205942"/>
                </a:solidFill>
                <a:latin typeface="Segoe UI"/>
                <a:ea typeface="Segoe UI"/>
                <a:cs typeface="Segoe UI"/>
              </a:defRPr>
            </a:lvl8pPr>
            <a:lvl9pPr algn="l">
              <a:defRPr sz="1200" b="1">
                <a:solidFill>
                  <a:srgbClr val="205942"/>
                </a:solidFill>
                <a:latin typeface="Segoe UI"/>
                <a:ea typeface="Segoe UI"/>
                <a:cs typeface="Segoe UI"/>
              </a:defRPr>
            </a:lvl9pPr>
          </a:lstStyle>
          <a:p xmlns:a="http://schemas.openxmlformats.org/drawingml/2006/main">
            <a:pPr algn="l">
              <a:defRPr sz="1200" b="1">
                <a:solidFill>
                  <a:srgbClr val="205942"/>
                </a:solidFill>
                <a:latin typeface="Segoe UI"/>
                <a:ea typeface="Segoe UI"/>
                <a:cs typeface="Segoe UI"/>
              </a:defRPr>
            </a:pPr>
            <a:r>
              <a:rPr sz="1200" b="1">
                <a:solidFill>
                  <a:srgbClr val="205942"/>
                </a:solidFill>
                <a:latin typeface="Segoe UI"/>
                <a:ea typeface="Segoe UI"/>
                <a:cs typeface="Segoe UI"/>
              </a:rPr>
              <a:t>Interacción</a:t>
            </a:r>
          </a:p>
        </p:txBody>
      </p:sp>
      <p:sp>
        <p:nvSpPr>
          <p:cNvPr id="22" name="">
            <a:extLst xmlns:a="http://schemas.openxmlformats.org/drawingml/2006/main">
              <a:ext uri="{FF2B5EF4-FFF2-40B4-BE49-F238E27FC236}">
                <a16:creationId xmlns:a16="http://schemas.microsoft.com/office/drawing/2014/main" id="{3F0D1672-2D5E-4BDB-AD4C-5ED7C298D9FB}"/>
              </a:ext>
            </a:extLst>
          </p:cNvPr>
          <p:cNvSpPr>
            <a:spLocks xmlns:a="http://schemas.openxmlformats.org/drawingml/2006/main" noGrp="1"/>
          </p:cNvSpPr>
          <p:nvPr/>
        </p:nvSpPr>
        <p:spPr>
          <a:xfrm xmlns:a="http://schemas.openxmlformats.org/drawingml/2006/main">
            <a:off x="2924175" y="4695825"/>
            <a:ext cx="32099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JavaScript asociado a cada página</a:t>
            </a:r>
          </a:p>
        </p:txBody>
      </p:sp>
      <p:sp>
        <p:nvSpPr>
          <p:cNvPr id="23" name="">
            <a:extLst xmlns:a="http://schemas.openxmlformats.org/drawingml/2006/main">
              <a:ext uri="{FF2B5EF4-FFF2-40B4-BE49-F238E27FC236}">
                <a16:creationId xmlns:a16="http://schemas.microsoft.com/office/drawing/2014/main" id="{E555C4A5-F713-4681-9982-8D750B773EC2}"/>
              </a:ext>
            </a:extLst>
          </p:cNvPr>
          <p:cNvSpPr>
            <a:spLocks xmlns:a="http://schemas.openxmlformats.org/drawingml/2006/main" noGrp="1"/>
          </p:cNvSpPr>
          <p:nvPr/>
        </p:nvSpPr>
        <p:spPr>
          <a:xfrm xmlns:a="http://schemas.openxmlformats.org/drawingml/2006/main">
            <a:off x="6515100" y="4695825"/>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Estado React y StoreContext compartido</a:t>
            </a:r>
          </a:p>
        </p:txBody>
      </p:sp>
      <p:sp>
        <p:nvSpPr>
          <p:cNvPr id="24" name="">
            <a:extLst xmlns:a="http://schemas.openxmlformats.org/drawingml/2006/main">
              <a:ext uri="{FF2B5EF4-FFF2-40B4-BE49-F238E27FC236}">
                <a16:creationId xmlns:a16="http://schemas.microsoft.com/office/drawing/2014/main" id="{4FA78071-354A-4A0C-9530-647614619312}"/>
              </a:ext>
            </a:extLst>
          </p:cNvPr>
          <p:cNvSpPr>
            <a:spLocks xmlns:a="http://schemas.openxmlformats.org/drawingml/2006/main" noGrp="1"/>
          </p:cNvSpPr>
          <p:nvPr/>
        </p:nvSpPr>
        <p:spPr>
          <a:xfrm xmlns:a="http://schemas.openxmlformats.org/drawingml/2006/main">
            <a:off x="628650" y="5619750"/>
            <a:ext cx="10934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No se cambió el objetivo del sitio: se reorganizó cómo se construye y se navega.</a:t>
            </a:r>
          </a:p>
        </p:txBody>
      </p:sp>
    </p:spTree>
    <p:extLst>
      <p:ext uri="{BB962C8B-B14F-4D97-AF65-F5344CB8AC3E}">
        <p14:creationId xmlns:p14="http://schemas.microsoft.com/office/powerpoint/2010/main" val="370806662"/>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FB72383-D997-4ED8-AD31-FA2DEF745E32}"/>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ARQUITECTURA DE LA MIGRACIÓN</a:t>
            </a:r>
          </a:p>
        </p:txBody>
      </p:sp>
      <p:sp>
        <p:nvSpPr>
          <p:cNvPr id="2" name="">
            <a:extLst xmlns:a="http://schemas.openxmlformats.org/drawingml/2006/main">
              <a:ext uri="{FF2B5EF4-FFF2-40B4-BE49-F238E27FC236}">
                <a16:creationId xmlns:a16="http://schemas.microsoft.com/office/drawing/2014/main" id="{1C1EB6C9-377C-4289-9437-EF6052EE0AE1}"/>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React se monta en una raíz y ordena las vistas por ruta</a:t>
            </a:r>
          </a:p>
        </p:txBody>
      </p:sp>
      <p:sp>
        <p:nvSpPr>
          <p:cNvPr id="3" name="">
            <a:extLst xmlns:a="http://schemas.openxmlformats.org/drawingml/2006/main">
              <a:ext uri="{FF2B5EF4-FFF2-40B4-BE49-F238E27FC236}">
                <a16:creationId xmlns:a16="http://schemas.microsoft.com/office/drawing/2014/main" id="{6AE44537-AAE4-4241-9F0D-DAD8659EB362}"/>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C8460F-BED6-433D-B6FF-F184885CCC5E}"/>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03 · Veterinaria San Marcos</a:t>
            </a:r>
          </a:p>
        </p:txBody>
      </p:sp>
      <p:sp>
        <p:nvSpPr>
          <p:cNvPr id="5" name="">
            <a:extLst xmlns:a="http://schemas.openxmlformats.org/drawingml/2006/main">
              <a:ext uri="{FF2B5EF4-FFF2-40B4-BE49-F238E27FC236}">
                <a16:creationId xmlns:a16="http://schemas.microsoft.com/office/drawing/2014/main" id="{5E4E93BA-3551-464E-B3B0-FC0048BCC463}"/>
              </a:ext>
            </a:extLst>
          </p:cNvPr>
          <p:cNvSpPr>
            <a:spLocks xmlns:a="http://schemas.openxmlformats.org/drawingml/2006/main" noGrp="1"/>
          </p:cNvSpPr>
          <p:nvPr/>
        </p:nvSpPr>
        <p:spPr>
          <a:xfrm xmlns:a="http://schemas.openxmlformats.org/drawingml/2006/main">
            <a:off x="8715375" y="276225"/>
            <a:ext cx="2847975"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C34AAB2-D450-4318-B08F-0000D5E97390}"/>
              </a:ext>
            </a:extLst>
          </p:cNvPr>
          <p:cNvSpPr>
            <a:spLocks xmlns:a="http://schemas.openxmlformats.org/drawingml/2006/main" noGrp="1"/>
          </p:cNvSpPr>
          <p:nvPr/>
        </p:nvSpPr>
        <p:spPr>
          <a:xfrm xmlns:a="http://schemas.openxmlformats.org/drawingml/2006/main">
            <a:off x="8791575" y="285750"/>
            <a:ext cx="2695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IE2.1.3 · FRAMEWORK JAVASCRIPT</a:t>
            </a:r>
          </a:p>
        </p:txBody>
      </p:sp>
      <p:sp>
        <p:nvSpPr>
          <p:cNvPr id="7" name="">
            <a:extLst xmlns:a="http://schemas.openxmlformats.org/drawingml/2006/main">
              <a:ext uri="{FF2B5EF4-FFF2-40B4-BE49-F238E27FC236}">
                <a16:creationId xmlns:a16="http://schemas.microsoft.com/office/drawing/2014/main" id="{6B270518-E94B-4F31-A13F-6D6811FCF774}"/>
              </a:ext>
            </a:extLst>
          </p:cNvPr>
          <p:cNvSpPr>
            <a:spLocks xmlns:a="http://schemas.openxmlformats.org/drawingml/2006/main" noGrp="1"/>
          </p:cNvSpPr>
          <p:nvPr/>
        </p:nvSpPr>
        <p:spPr>
          <a:xfrm xmlns:a="http://schemas.openxmlformats.org/drawingml/2006/main">
            <a:off x="628650" y="1809750"/>
            <a:ext cx="2419350" cy="1143000"/>
          </a:xfrm>
          <a:prstGeom xmlns:a="http://schemas.openxmlformats.org/drawingml/2006/main" prst="roundRect">
            <a:avLst>
              <a:gd name="adj" fmla="val 10000"/>
            </a:avLst>
          </a:prstGeom>
          <a:solidFill xmlns:a="http://schemas.openxmlformats.org/drawingml/2006/main">
            <a:srgbClr val="EAF3EE"/>
          </a:solidFill>
          <a:ln xmlns:a="http://schemas.openxmlformats.org/drawingml/2006/main" w="9525">
            <a:solidFill>
              <a:srgbClr val="DFE7E3"/>
            </a:solidFill>
            <a:prstDash val="solid"/>
          </a:ln>
        </p:spPr>
      </p:sp>
      <p:sp>
        <p:nvSpPr>
          <p:cNvPr id="8" name="">
            <a:extLst xmlns:a="http://schemas.openxmlformats.org/drawingml/2006/main">
              <a:ext uri="{FF2B5EF4-FFF2-40B4-BE49-F238E27FC236}">
                <a16:creationId xmlns:a16="http://schemas.microsoft.com/office/drawing/2014/main" id="{EE9461FC-81DD-4DC2-A5C0-089FCE0B8C10}"/>
              </a:ext>
            </a:extLst>
          </p:cNvPr>
          <p:cNvSpPr>
            <a:spLocks xmlns:a="http://schemas.openxmlformats.org/drawingml/2006/main" noGrp="1"/>
          </p:cNvSpPr>
          <p:nvPr/>
        </p:nvSpPr>
        <p:spPr>
          <a:xfrm xmlns:a="http://schemas.openxmlformats.org/drawingml/2006/main">
            <a:off x="771525" y="197167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index.html</a:t>
            </a:r>
          </a:p>
        </p:txBody>
      </p:sp>
      <p:sp>
        <p:nvSpPr>
          <p:cNvPr id="9" name="">
            <a:extLst xmlns:a="http://schemas.openxmlformats.org/drawingml/2006/main">
              <a:ext uri="{FF2B5EF4-FFF2-40B4-BE49-F238E27FC236}">
                <a16:creationId xmlns:a16="http://schemas.microsoft.com/office/drawing/2014/main" id="{71014EDB-A63D-4474-8E80-5651662887C3}"/>
              </a:ext>
            </a:extLst>
          </p:cNvPr>
          <p:cNvSpPr>
            <a:spLocks xmlns:a="http://schemas.openxmlformats.org/drawingml/2006/main" noGrp="1"/>
          </p:cNvSpPr>
          <p:nvPr/>
        </p:nvSpPr>
        <p:spPr>
          <a:xfrm xmlns:a="http://schemas.openxmlformats.org/drawingml/2006/main">
            <a:off x="771525" y="2324100"/>
            <a:ext cx="2133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&lt;div id="root"&gt;</a:t>
            </a:r>
          </a:p>
        </p:txBody>
      </p:sp>
      <p:sp>
        <p:nvSpPr>
          <p:cNvPr id="10" name="">
            <a:extLst xmlns:a="http://schemas.openxmlformats.org/drawingml/2006/main">
              <a:ext uri="{FF2B5EF4-FFF2-40B4-BE49-F238E27FC236}">
                <a16:creationId xmlns:a16="http://schemas.microsoft.com/office/drawing/2014/main" id="{D1216122-4742-4F1B-8A6A-9646D185DD36}"/>
              </a:ext>
            </a:extLst>
          </p:cNvPr>
          <p:cNvSpPr>
            <a:spLocks xmlns:a="http://schemas.openxmlformats.org/drawingml/2006/main" noGrp="1"/>
          </p:cNvSpPr>
          <p:nvPr/>
        </p:nvSpPr>
        <p:spPr>
          <a:xfrm xmlns:a="http://schemas.openxmlformats.org/drawingml/2006/main">
            <a:off x="3067050" y="21812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1" name="">
            <a:extLst xmlns:a="http://schemas.openxmlformats.org/drawingml/2006/main">
              <a:ext uri="{FF2B5EF4-FFF2-40B4-BE49-F238E27FC236}">
                <a16:creationId xmlns:a16="http://schemas.microsoft.com/office/drawing/2014/main" id="{CD15E2B8-D426-41F9-8DF4-D410A4D1A363}"/>
              </a:ext>
            </a:extLst>
          </p:cNvPr>
          <p:cNvSpPr>
            <a:spLocks xmlns:a="http://schemas.openxmlformats.org/drawingml/2006/main" noGrp="1"/>
          </p:cNvSpPr>
          <p:nvPr/>
        </p:nvSpPr>
        <p:spPr>
          <a:xfrm xmlns:a="http://schemas.openxmlformats.org/drawingml/2006/main">
            <a:off x="3371850" y="1809750"/>
            <a:ext cx="241935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FE7E3"/>
            </a:solidFill>
            <a:prstDash val="solid"/>
          </a:ln>
        </p:spPr>
      </p:sp>
      <p:sp>
        <p:nvSpPr>
          <p:cNvPr id="12" name="">
            <a:extLst xmlns:a="http://schemas.openxmlformats.org/drawingml/2006/main">
              <a:ext uri="{FF2B5EF4-FFF2-40B4-BE49-F238E27FC236}">
                <a16:creationId xmlns:a16="http://schemas.microsoft.com/office/drawing/2014/main" id="{00AFB881-5FE2-43C8-906A-EE57420B3EEC}"/>
              </a:ext>
            </a:extLst>
          </p:cNvPr>
          <p:cNvSpPr>
            <a:spLocks xmlns:a="http://schemas.openxmlformats.org/drawingml/2006/main" noGrp="1"/>
          </p:cNvSpPr>
          <p:nvPr/>
        </p:nvSpPr>
        <p:spPr>
          <a:xfrm xmlns:a="http://schemas.openxmlformats.org/drawingml/2006/main">
            <a:off x="3514725" y="197167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src/main.jsx</a:t>
            </a:r>
          </a:p>
        </p:txBody>
      </p:sp>
      <p:sp>
        <p:nvSpPr>
          <p:cNvPr id="13" name="">
            <a:extLst xmlns:a="http://schemas.openxmlformats.org/drawingml/2006/main">
              <a:ext uri="{FF2B5EF4-FFF2-40B4-BE49-F238E27FC236}">
                <a16:creationId xmlns:a16="http://schemas.microsoft.com/office/drawing/2014/main" id="{F4E4D381-A6B0-486E-9B7F-87E4298075B2}"/>
              </a:ext>
            </a:extLst>
          </p:cNvPr>
          <p:cNvSpPr>
            <a:spLocks xmlns:a="http://schemas.openxmlformats.org/drawingml/2006/main" noGrp="1"/>
          </p:cNvSpPr>
          <p:nvPr/>
        </p:nvSpPr>
        <p:spPr>
          <a:xfrm xmlns:a="http://schemas.openxmlformats.org/drawingml/2006/main">
            <a:off x="3514725" y="2324100"/>
            <a:ext cx="2133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createRoot() monta &lt;App /&gt;</a:t>
            </a:r>
          </a:p>
        </p:txBody>
      </p:sp>
      <p:sp>
        <p:nvSpPr>
          <p:cNvPr id="14" name="">
            <a:extLst xmlns:a="http://schemas.openxmlformats.org/drawingml/2006/main">
              <a:ext uri="{FF2B5EF4-FFF2-40B4-BE49-F238E27FC236}">
                <a16:creationId xmlns:a16="http://schemas.microsoft.com/office/drawing/2014/main" id="{50E37918-873E-4442-B592-6415783CDEFA}"/>
              </a:ext>
            </a:extLst>
          </p:cNvPr>
          <p:cNvSpPr>
            <a:spLocks xmlns:a="http://schemas.openxmlformats.org/drawingml/2006/main" noGrp="1"/>
          </p:cNvSpPr>
          <p:nvPr/>
        </p:nvSpPr>
        <p:spPr>
          <a:xfrm xmlns:a="http://schemas.openxmlformats.org/drawingml/2006/main">
            <a:off x="5810250" y="21812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5" name="">
            <a:extLst xmlns:a="http://schemas.openxmlformats.org/drawingml/2006/main">
              <a:ext uri="{FF2B5EF4-FFF2-40B4-BE49-F238E27FC236}">
                <a16:creationId xmlns:a16="http://schemas.microsoft.com/office/drawing/2014/main" id="{A1827F15-37DE-4332-B568-CBE88F24D777}"/>
              </a:ext>
            </a:extLst>
          </p:cNvPr>
          <p:cNvSpPr>
            <a:spLocks xmlns:a="http://schemas.openxmlformats.org/drawingml/2006/main" noGrp="1"/>
          </p:cNvSpPr>
          <p:nvPr/>
        </p:nvSpPr>
        <p:spPr>
          <a:xfrm xmlns:a="http://schemas.openxmlformats.org/drawingml/2006/main">
            <a:off x="6115050" y="1809750"/>
            <a:ext cx="241935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FE7E3"/>
            </a:solidFill>
            <a:prstDash val="solid"/>
          </a:ln>
        </p:spPr>
      </p:sp>
      <p:sp>
        <p:nvSpPr>
          <p:cNvPr id="16" name="">
            <a:extLst xmlns:a="http://schemas.openxmlformats.org/drawingml/2006/main">
              <a:ext uri="{FF2B5EF4-FFF2-40B4-BE49-F238E27FC236}">
                <a16:creationId xmlns:a16="http://schemas.microsoft.com/office/drawing/2014/main" id="{D1723FD9-CDB4-4617-9B22-5F6F396DE671}"/>
              </a:ext>
            </a:extLst>
          </p:cNvPr>
          <p:cNvSpPr>
            <a:spLocks xmlns:a="http://schemas.openxmlformats.org/drawingml/2006/main" noGrp="1"/>
          </p:cNvSpPr>
          <p:nvPr/>
        </p:nvSpPr>
        <p:spPr>
          <a:xfrm xmlns:a="http://schemas.openxmlformats.org/drawingml/2006/main">
            <a:off x="6257925" y="197167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src/App.jsx</a:t>
            </a:r>
          </a:p>
        </p:txBody>
      </p:sp>
      <p:sp>
        <p:nvSpPr>
          <p:cNvPr id="17" name="">
            <a:extLst xmlns:a="http://schemas.openxmlformats.org/drawingml/2006/main">
              <a:ext uri="{FF2B5EF4-FFF2-40B4-BE49-F238E27FC236}">
                <a16:creationId xmlns:a16="http://schemas.microsoft.com/office/drawing/2014/main" id="{E41AE62A-2E65-475B-9029-52D480591E32}"/>
              </a:ext>
            </a:extLst>
          </p:cNvPr>
          <p:cNvSpPr>
            <a:spLocks xmlns:a="http://schemas.openxmlformats.org/drawingml/2006/main" noGrp="1"/>
          </p:cNvSpPr>
          <p:nvPr/>
        </p:nvSpPr>
        <p:spPr>
          <a:xfrm xmlns:a="http://schemas.openxmlformats.org/drawingml/2006/main">
            <a:off x="6257925" y="2324100"/>
            <a:ext cx="2133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BrowserRouter + Routes</a:t>
            </a:r>
          </a:p>
        </p:txBody>
      </p:sp>
      <p:sp>
        <p:nvSpPr>
          <p:cNvPr id="18" name="">
            <a:extLst xmlns:a="http://schemas.openxmlformats.org/drawingml/2006/main">
              <a:ext uri="{FF2B5EF4-FFF2-40B4-BE49-F238E27FC236}">
                <a16:creationId xmlns:a16="http://schemas.microsoft.com/office/drawing/2014/main" id="{00AB2D69-E5CF-4058-8DF9-BD8CFA362083}"/>
              </a:ext>
            </a:extLst>
          </p:cNvPr>
          <p:cNvSpPr>
            <a:spLocks xmlns:a="http://schemas.openxmlformats.org/drawingml/2006/main" noGrp="1"/>
          </p:cNvSpPr>
          <p:nvPr/>
        </p:nvSpPr>
        <p:spPr>
          <a:xfrm xmlns:a="http://schemas.openxmlformats.org/drawingml/2006/main">
            <a:off x="8553450" y="21812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9" name="">
            <a:extLst xmlns:a="http://schemas.openxmlformats.org/drawingml/2006/main">
              <a:ext uri="{FF2B5EF4-FFF2-40B4-BE49-F238E27FC236}">
                <a16:creationId xmlns:a16="http://schemas.microsoft.com/office/drawing/2014/main" id="{2C308248-00E9-4B4E-89BF-38D7773A6175}"/>
              </a:ext>
            </a:extLst>
          </p:cNvPr>
          <p:cNvSpPr>
            <a:spLocks xmlns:a="http://schemas.openxmlformats.org/drawingml/2006/main" noGrp="1"/>
          </p:cNvSpPr>
          <p:nvPr/>
        </p:nvSpPr>
        <p:spPr>
          <a:xfrm xmlns:a="http://schemas.openxmlformats.org/drawingml/2006/main">
            <a:off x="8858250" y="1809750"/>
            <a:ext cx="241935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FE7E3"/>
            </a:solidFill>
            <a:prstDash val="solid"/>
          </a:ln>
        </p:spPr>
      </p:sp>
      <p:sp>
        <p:nvSpPr>
          <p:cNvPr id="20" name="">
            <a:extLst xmlns:a="http://schemas.openxmlformats.org/drawingml/2006/main">
              <a:ext uri="{FF2B5EF4-FFF2-40B4-BE49-F238E27FC236}">
                <a16:creationId xmlns:a16="http://schemas.microsoft.com/office/drawing/2014/main" id="{B9CE807A-70C4-45FB-AE2E-5DF251CB7B83}"/>
              </a:ext>
            </a:extLst>
          </p:cNvPr>
          <p:cNvSpPr>
            <a:spLocks xmlns:a="http://schemas.openxmlformats.org/drawingml/2006/main" noGrp="1"/>
          </p:cNvSpPr>
          <p:nvPr/>
        </p:nvSpPr>
        <p:spPr>
          <a:xfrm xmlns:a="http://schemas.openxmlformats.org/drawingml/2006/main">
            <a:off x="9001125" y="197167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src/pages</a:t>
            </a:r>
          </a:p>
        </p:txBody>
      </p:sp>
      <p:sp>
        <p:nvSpPr>
          <p:cNvPr id="21" name="">
            <a:extLst xmlns:a="http://schemas.openxmlformats.org/drawingml/2006/main">
              <a:ext uri="{FF2B5EF4-FFF2-40B4-BE49-F238E27FC236}">
                <a16:creationId xmlns:a16="http://schemas.microsoft.com/office/drawing/2014/main" id="{98791BE5-4E4B-45EA-BC1C-F4185B37D4F0}"/>
              </a:ext>
            </a:extLst>
          </p:cNvPr>
          <p:cNvSpPr>
            <a:spLocks xmlns:a="http://schemas.openxmlformats.org/drawingml/2006/main" noGrp="1"/>
          </p:cNvSpPr>
          <p:nvPr/>
        </p:nvSpPr>
        <p:spPr>
          <a:xfrm xmlns:a="http://schemas.openxmlformats.org/drawingml/2006/main">
            <a:off x="9001125" y="2324100"/>
            <a:ext cx="2133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23312C"/>
                </a:solidFill>
                <a:latin typeface="Segoe UI"/>
                <a:ea typeface="Segoe UI"/>
                <a:cs typeface="Segoe UI"/>
              </a:defRPr>
            </a:defPPr>
            <a:lvl1pPr algn="l">
              <a:defRPr sz="1125" b="0">
                <a:solidFill>
                  <a:srgbClr val="23312C"/>
                </a:solidFill>
                <a:latin typeface="Segoe UI"/>
                <a:ea typeface="Segoe UI"/>
                <a:cs typeface="Segoe UI"/>
              </a:defRPr>
            </a:lvl1pPr>
            <a:lvl2pPr algn="l">
              <a:defRPr sz="1125" b="0">
                <a:solidFill>
                  <a:srgbClr val="23312C"/>
                </a:solidFill>
                <a:latin typeface="Segoe UI"/>
                <a:ea typeface="Segoe UI"/>
                <a:cs typeface="Segoe UI"/>
              </a:defRPr>
            </a:lvl2pPr>
            <a:lvl3pPr algn="l">
              <a:defRPr sz="1125" b="0">
                <a:solidFill>
                  <a:srgbClr val="23312C"/>
                </a:solidFill>
                <a:latin typeface="Segoe UI"/>
                <a:ea typeface="Segoe UI"/>
                <a:cs typeface="Segoe UI"/>
              </a:defRPr>
            </a:lvl3pPr>
            <a:lvl4pPr algn="l">
              <a:defRPr sz="1125" b="0">
                <a:solidFill>
                  <a:srgbClr val="23312C"/>
                </a:solidFill>
                <a:latin typeface="Segoe UI"/>
                <a:ea typeface="Segoe UI"/>
                <a:cs typeface="Segoe UI"/>
              </a:defRPr>
            </a:lvl4pPr>
            <a:lvl5pPr algn="l">
              <a:defRPr sz="1125" b="0">
                <a:solidFill>
                  <a:srgbClr val="23312C"/>
                </a:solidFill>
                <a:latin typeface="Segoe UI"/>
                <a:ea typeface="Segoe UI"/>
                <a:cs typeface="Segoe UI"/>
              </a:defRPr>
            </a:lvl5pPr>
            <a:lvl6pPr algn="l">
              <a:defRPr sz="1125" b="0">
                <a:solidFill>
                  <a:srgbClr val="23312C"/>
                </a:solidFill>
                <a:latin typeface="Segoe UI"/>
                <a:ea typeface="Segoe UI"/>
                <a:cs typeface="Segoe UI"/>
              </a:defRPr>
            </a:lvl6pPr>
            <a:lvl7pPr algn="l">
              <a:defRPr sz="1125" b="0">
                <a:solidFill>
                  <a:srgbClr val="23312C"/>
                </a:solidFill>
                <a:latin typeface="Segoe UI"/>
                <a:ea typeface="Segoe UI"/>
                <a:cs typeface="Segoe UI"/>
              </a:defRPr>
            </a:lvl7pPr>
            <a:lvl8pPr algn="l">
              <a:defRPr sz="1125" b="0">
                <a:solidFill>
                  <a:srgbClr val="23312C"/>
                </a:solidFill>
                <a:latin typeface="Segoe UI"/>
                <a:ea typeface="Segoe UI"/>
                <a:cs typeface="Segoe UI"/>
              </a:defRPr>
            </a:lvl8pPr>
            <a:lvl9pPr algn="l">
              <a:defRPr sz="1125" b="0">
                <a:solidFill>
                  <a:srgbClr val="23312C"/>
                </a:solidFill>
                <a:latin typeface="Segoe UI"/>
                <a:ea typeface="Segoe UI"/>
                <a:cs typeface="Segoe UI"/>
              </a:defRPr>
            </a:lvl9pPr>
          </a:lstStyle>
          <a:p xmlns:a="http://schemas.openxmlformats.org/drawingml/2006/main">
            <a:pPr algn="l">
              <a:defRPr sz="1125" b="0">
                <a:solidFill>
                  <a:srgbClr val="23312C"/>
                </a:solidFill>
                <a:latin typeface="Segoe UI"/>
                <a:ea typeface="Segoe UI"/>
                <a:cs typeface="Segoe UI"/>
              </a:defRPr>
            </a:pPr>
            <a:r>
              <a:rPr sz="1125" b="0">
                <a:solidFill>
                  <a:srgbClr val="23312C"/>
                </a:solidFill>
                <a:latin typeface="Segoe UI"/>
                <a:ea typeface="Segoe UI"/>
                <a:cs typeface="Segoe UI"/>
              </a:rPr>
              <a:t>Home · Productos · Ofertas · Admin</a:t>
            </a:r>
          </a:p>
        </p:txBody>
      </p:sp>
      <p:sp>
        <p:nvSpPr>
          <p:cNvPr id="22" name="">
            <a:extLst xmlns:a="http://schemas.openxmlformats.org/drawingml/2006/main">
              <a:ext uri="{FF2B5EF4-FFF2-40B4-BE49-F238E27FC236}">
                <a16:creationId xmlns:a16="http://schemas.microsoft.com/office/drawing/2014/main" id="{4ADE4C62-0A32-4A67-AA80-D259E8769761}"/>
              </a:ext>
            </a:extLst>
          </p:cNvPr>
          <p:cNvSpPr>
            <a:spLocks xmlns:a="http://schemas.openxmlformats.org/drawingml/2006/main" noGrp="1"/>
          </p:cNvSpPr>
          <p:nvPr/>
        </p:nvSpPr>
        <p:spPr>
          <a:xfrm xmlns:a="http://schemas.openxmlformats.org/drawingml/2006/main">
            <a:off x="628650" y="3429000"/>
            <a:ext cx="4933950" cy="1504950"/>
          </a:xfrm>
          <a:prstGeom xmlns:a="http://schemas.openxmlformats.org/drawingml/2006/main" prst="roundRect">
            <a:avLst>
              <a:gd name="adj" fmla="val 7595"/>
            </a:avLst>
          </a:prstGeom>
          <a:solidFill xmlns:a="http://schemas.openxmlformats.org/drawingml/2006/main">
            <a:srgbClr val="1F302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DBA6821-667F-4719-9B93-2E92DB96FBAD}"/>
              </a:ext>
            </a:extLst>
          </p:cNvPr>
          <p:cNvSpPr>
            <a:spLocks xmlns:a="http://schemas.openxmlformats.org/drawingml/2006/main" noGrp="1"/>
          </p:cNvSpPr>
          <p:nvPr/>
        </p:nvSpPr>
        <p:spPr>
          <a:xfrm xmlns:a="http://schemas.openxmlformats.org/drawingml/2006/main">
            <a:off x="800100" y="3533775"/>
            <a:ext cx="459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PUNTO DE ENTRADA · SRC/MAIN.JSX</a:t>
            </a:r>
          </a:p>
        </p:txBody>
      </p:sp>
      <p:sp>
        <p:nvSpPr>
          <p:cNvPr id="24" name="">
            <a:extLst xmlns:a="http://schemas.openxmlformats.org/drawingml/2006/main">
              <a:ext uri="{FF2B5EF4-FFF2-40B4-BE49-F238E27FC236}">
                <a16:creationId xmlns:a16="http://schemas.microsoft.com/office/drawing/2014/main" id="{68DBCE2F-CC24-4E9A-A02A-245EB3082D7E}"/>
              </a:ext>
            </a:extLst>
          </p:cNvPr>
          <p:cNvSpPr>
            <a:spLocks xmlns:a="http://schemas.openxmlformats.org/drawingml/2006/main" noGrp="1"/>
          </p:cNvSpPr>
          <p:nvPr/>
        </p:nvSpPr>
        <p:spPr>
          <a:xfrm xmlns:a="http://schemas.openxmlformats.org/drawingml/2006/main">
            <a:off x="800100" y="3810000"/>
            <a:ext cx="4591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2F6F3"/>
                </a:solidFill>
                <a:latin typeface="Consolas"/>
                <a:ea typeface="Consolas"/>
                <a:cs typeface="Consolas"/>
              </a:defRPr>
            </a:defPPr>
            <a:lvl1pPr algn="l">
              <a:defRPr sz="1200" b="0">
                <a:solidFill>
                  <a:srgbClr val="F2F6F3"/>
                </a:solidFill>
                <a:latin typeface="Consolas"/>
                <a:ea typeface="Consolas"/>
                <a:cs typeface="Consolas"/>
              </a:defRPr>
            </a:lvl1pPr>
            <a:lvl2pPr algn="l">
              <a:defRPr sz="1200" b="0">
                <a:solidFill>
                  <a:srgbClr val="F2F6F3"/>
                </a:solidFill>
                <a:latin typeface="Consolas"/>
                <a:ea typeface="Consolas"/>
                <a:cs typeface="Consolas"/>
              </a:defRPr>
            </a:lvl2pPr>
            <a:lvl3pPr algn="l">
              <a:defRPr sz="1200" b="0">
                <a:solidFill>
                  <a:srgbClr val="F2F6F3"/>
                </a:solidFill>
                <a:latin typeface="Consolas"/>
                <a:ea typeface="Consolas"/>
                <a:cs typeface="Consolas"/>
              </a:defRPr>
            </a:lvl3pPr>
            <a:lvl4pPr algn="l">
              <a:defRPr sz="1200" b="0">
                <a:solidFill>
                  <a:srgbClr val="F2F6F3"/>
                </a:solidFill>
                <a:latin typeface="Consolas"/>
                <a:ea typeface="Consolas"/>
                <a:cs typeface="Consolas"/>
              </a:defRPr>
            </a:lvl4pPr>
            <a:lvl5pPr algn="l">
              <a:defRPr sz="1200" b="0">
                <a:solidFill>
                  <a:srgbClr val="F2F6F3"/>
                </a:solidFill>
                <a:latin typeface="Consolas"/>
                <a:ea typeface="Consolas"/>
                <a:cs typeface="Consolas"/>
              </a:defRPr>
            </a:lvl5pPr>
            <a:lvl6pPr algn="l">
              <a:defRPr sz="1200" b="0">
                <a:solidFill>
                  <a:srgbClr val="F2F6F3"/>
                </a:solidFill>
                <a:latin typeface="Consolas"/>
                <a:ea typeface="Consolas"/>
                <a:cs typeface="Consolas"/>
              </a:defRPr>
            </a:lvl6pPr>
            <a:lvl7pPr algn="l">
              <a:defRPr sz="1200" b="0">
                <a:solidFill>
                  <a:srgbClr val="F2F6F3"/>
                </a:solidFill>
                <a:latin typeface="Consolas"/>
                <a:ea typeface="Consolas"/>
                <a:cs typeface="Consolas"/>
              </a:defRPr>
            </a:lvl7pPr>
            <a:lvl8pPr algn="l">
              <a:defRPr sz="1200" b="0">
                <a:solidFill>
                  <a:srgbClr val="F2F6F3"/>
                </a:solidFill>
                <a:latin typeface="Consolas"/>
                <a:ea typeface="Consolas"/>
                <a:cs typeface="Consolas"/>
              </a:defRPr>
            </a:lvl8pPr>
            <a:lvl9pPr algn="l">
              <a:defRPr sz="1200" b="0">
                <a:solidFill>
                  <a:srgbClr val="F2F6F3"/>
                </a:solidFill>
                <a:latin typeface="Consolas"/>
                <a:ea typeface="Consolas"/>
                <a:cs typeface="Consolas"/>
              </a:defRPr>
            </a:lvl9pPr>
          </a:lstStyle>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createRoot(document.getElementById('root')).render(</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&lt;StrictMode&gt;&lt;App /&gt;&lt;/StrictMode&gt;</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a:t>
            </a:r>
          </a:p>
        </p:txBody>
      </p:sp>
      <p:sp>
        <p:nvSpPr>
          <p:cNvPr id="25" name="">
            <a:extLst xmlns:a="http://schemas.openxmlformats.org/drawingml/2006/main">
              <a:ext uri="{FF2B5EF4-FFF2-40B4-BE49-F238E27FC236}">
                <a16:creationId xmlns:a16="http://schemas.microsoft.com/office/drawing/2014/main" id="{AC4D7D58-C38E-4A8C-8711-E41CCAE19D7C}"/>
              </a:ext>
            </a:extLst>
          </p:cNvPr>
          <p:cNvSpPr>
            <a:spLocks xmlns:a="http://schemas.openxmlformats.org/drawingml/2006/main" noGrp="1"/>
          </p:cNvSpPr>
          <p:nvPr/>
        </p:nvSpPr>
        <p:spPr>
          <a:xfrm xmlns:a="http://schemas.openxmlformats.org/drawingml/2006/main">
            <a:off x="5829300" y="3429000"/>
            <a:ext cx="5734050" cy="2000250"/>
          </a:xfrm>
          <a:prstGeom xmlns:a="http://schemas.openxmlformats.org/drawingml/2006/main" prst="roundRect">
            <a:avLst>
              <a:gd name="adj" fmla="val 5714"/>
            </a:avLst>
          </a:prstGeom>
          <a:solidFill xmlns:a="http://schemas.openxmlformats.org/drawingml/2006/main">
            <a:srgbClr val="1F302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686742C-4567-4820-8E8C-BC1EF005B62C}"/>
              </a:ext>
            </a:extLst>
          </p:cNvPr>
          <p:cNvSpPr>
            <a:spLocks xmlns:a="http://schemas.openxmlformats.org/drawingml/2006/main" noGrp="1"/>
          </p:cNvSpPr>
          <p:nvPr/>
        </p:nvSpPr>
        <p:spPr>
          <a:xfrm xmlns:a="http://schemas.openxmlformats.org/drawingml/2006/main">
            <a:off x="6000750" y="3533775"/>
            <a:ext cx="539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RUTAS · SRC/APP.JSX</a:t>
            </a:r>
          </a:p>
        </p:txBody>
      </p:sp>
      <p:sp>
        <p:nvSpPr>
          <p:cNvPr id="27" name="">
            <a:extLst xmlns:a="http://schemas.openxmlformats.org/drawingml/2006/main">
              <a:ext uri="{FF2B5EF4-FFF2-40B4-BE49-F238E27FC236}">
                <a16:creationId xmlns:a16="http://schemas.microsoft.com/office/drawing/2014/main" id="{EDAE2E75-62CD-4513-854E-4AF7E4246D24}"/>
              </a:ext>
            </a:extLst>
          </p:cNvPr>
          <p:cNvSpPr>
            <a:spLocks xmlns:a="http://schemas.openxmlformats.org/drawingml/2006/main" noGrp="1"/>
          </p:cNvSpPr>
          <p:nvPr/>
        </p:nvSpPr>
        <p:spPr>
          <a:xfrm xmlns:a="http://schemas.openxmlformats.org/drawingml/2006/main">
            <a:off x="6000750" y="3810000"/>
            <a:ext cx="5391150" cy="1514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2F6F3"/>
                </a:solidFill>
                <a:latin typeface="Consolas"/>
                <a:ea typeface="Consolas"/>
                <a:cs typeface="Consolas"/>
              </a:defRPr>
            </a:defPPr>
            <a:lvl1pPr algn="l">
              <a:defRPr sz="1125" b="0">
                <a:solidFill>
                  <a:srgbClr val="F2F6F3"/>
                </a:solidFill>
                <a:latin typeface="Consolas"/>
                <a:ea typeface="Consolas"/>
                <a:cs typeface="Consolas"/>
              </a:defRPr>
            </a:lvl1pPr>
            <a:lvl2pPr algn="l">
              <a:defRPr sz="1125" b="0">
                <a:solidFill>
                  <a:srgbClr val="F2F6F3"/>
                </a:solidFill>
                <a:latin typeface="Consolas"/>
                <a:ea typeface="Consolas"/>
                <a:cs typeface="Consolas"/>
              </a:defRPr>
            </a:lvl2pPr>
            <a:lvl3pPr algn="l">
              <a:defRPr sz="1125" b="0">
                <a:solidFill>
                  <a:srgbClr val="F2F6F3"/>
                </a:solidFill>
                <a:latin typeface="Consolas"/>
                <a:ea typeface="Consolas"/>
                <a:cs typeface="Consolas"/>
              </a:defRPr>
            </a:lvl3pPr>
            <a:lvl4pPr algn="l">
              <a:defRPr sz="1125" b="0">
                <a:solidFill>
                  <a:srgbClr val="F2F6F3"/>
                </a:solidFill>
                <a:latin typeface="Consolas"/>
                <a:ea typeface="Consolas"/>
                <a:cs typeface="Consolas"/>
              </a:defRPr>
            </a:lvl4pPr>
            <a:lvl5pPr algn="l">
              <a:defRPr sz="1125" b="0">
                <a:solidFill>
                  <a:srgbClr val="F2F6F3"/>
                </a:solidFill>
                <a:latin typeface="Consolas"/>
                <a:ea typeface="Consolas"/>
                <a:cs typeface="Consolas"/>
              </a:defRPr>
            </a:lvl5pPr>
            <a:lvl6pPr algn="l">
              <a:defRPr sz="1125" b="0">
                <a:solidFill>
                  <a:srgbClr val="F2F6F3"/>
                </a:solidFill>
                <a:latin typeface="Consolas"/>
                <a:ea typeface="Consolas"/>
                <a:cs typeface="Consolas"/>
              </a:defRPr>
            </a:lvl6pPr>
            <a:lvl7pPr algn="l">
              <a:defRPr sz="1125" b="0">
                <a:solidFill>
                  <a:srgbClr val="F2F6F3"/>
                </a:solidFill>
                <a:latin typeface="Consolas"/>
                <a:ea typeface="Consolas"/>
                <a:cs typeface="Consolas"/>
              </a:defRPr>
            </a:lvl7pPr>
            <a:lvl8pPr algn="l">
              <a:defRPr sz="1125" b="0">
                <a:solidFill>
                  <a:srgbClr val="F2F6F3"/>
                </a:solidFill>
                <a:latin typeface="Consolas"/>
                <a:ea typeface="Consolas"/>
                <a:cs typeface="Consolas"/>
              </a:defRPr>
            </a:lvl8pPr>
            <a:lvl9pPr algn="l">
              <a:defRPr sz="1125" b="0">
                <a:solidFill>
                  <a:srgbClr val="F2F6F3"/>
                </a:solidFill>
                <a:latin typeface="Consolas"/>
                <a:ea typeface="Consolas"/>
                <a:cs typeface="Consolas"/>
              </a:defRPr>
            </a:lvl9pPr>
          </a:lstStyle>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&lt;BrowserRouter&gt;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&lt;Routes&gt;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&lt;Route path='/productos' element={&lt;Productos /&gt;} /&gt;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&lt;Route path='/ofertas' element={&lt;Ofertas /&gt;} /&gt;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&lt;Route path='/admin' element={&lt;Admin /&gt;} /&gt;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&lt;/Routes&gt;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&lt;/BrowserRouter&gt;</a:t>
            </a:r>
          </a:p>
        </p:txBody>
      </p:sp>
      <p:sp>
        <p:nvSpPr>
          <p:cNvPr id="28" name="">
            <a:extLst xmlns:a="http://schemas.openxmlformats.org/drawingml/2006/main">
              <a:ext uri="{FF2B5EF4-FFF2-40B4-BE49-F238E27FC236}">
                <a16:creationId xmlns:a16="http://schemas.microsoft.com/office/drawing/2014/main" id="{0C050769-3C3A-45F3-B86C-78DF8064EE3E}"/>
              </a:ext>
            </a:extLst>
          </p:cNvPr>
          <p:cNvSpPr>
            <a:spLocks xmlns:a="http://schemas.openxmlformats.org/drawingml/2006/main" noGrp="1"/>
          </p:cNvSpPr>
          <p:nvPr/>
        </p:nvSpPr>
        <p:spPr>
          <a:xfrm xmlns:a="http://schemas.openxmlformats.org/drawingml/2006/main">
            <a:off x="628650" y="5562600"/>
            <a:ext cx="10934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A6B64"/>
                </a:solidFill>
                <a:latin typeface="Segoe UI"/>
                <a:ea typeface="Segoe UI"/>
                <a:cs typeface="Segoe UI"/>
              </a:defRPr>
            </a:defPPr>
            <a:lvl1pPr algn="l">
              <a:defRPr sz="1275" b="0">
                <a:solidFill>
                  <a:srgbClr val="5A6B64"/>
                </a:solidFill>
                <a:latin typeface="Segoe UI"/>
                <a:ea typeface="Segoe UI"/>
                <a:cs typeface="Segoe UI"/>
              </a:defRPr>
            </a:lvl1pPr>
            <a:lvl2pPr algn="l">
              <a:defRPr sz="1275" b="0">
                <a:solidFill>
                  <a:srgbClr val="5A6B64"/>
                </a:solidFill>
                <a:latin typeface="Segoe UI"/>
                <a:ea typeface="Segoe UI"/>
                <a:cs typeface="Segoe UI"/>
              </a:defRPr>
            </a:lvl2pPr>
            <a:lvl3pPr algn="l">
              <a:defRPr sz="1275" b="0">
                <a:solidFill>
                  <a:srgbClr val="5A6B64"/>
                </a:solidFill>
                <a:latin typeface="Segoe UI"/>
                <a:ea typeface="Segoe UI"/>
                <a:cs typeface="Segoe UI"/>
              </a:defRPr>
            </a:lvl3pPr>
            <a:lvl4pPr algn="l">
              <a:defRPr sz="1275" b="0">
                <a:solidFill>
                  <a:srgbClr val="5A6B64"/>
                </a:solidFill>
                <a:latin typeface="Segoe UI"/>
                <a:ea typeface="Segoe UI"/>
                <a:cs typeface="Segoe UI"/>
              </a:defRPr>
            </a:lvl4pPr>
            <a:lvl5pPr algn="l">
              <a:defRPr sz="1275" b="0">
                <a:solidFill>
                  <a:srgbClr val="5A6B64"/>
                </a:solidFill>
                <a:latin typeface="Segoe UI"/>
                <a:ea typeface="Segoe UI"/>
                <a:cs typeface="Segoe UI"/>
              </a:defRPr>
            </a:lvl5pPr>
            <a:lvl6pPr algn="l">
              <a:defRPr sz="1275" b="0">
                <a:solidFill>
                  <a:srgbClr val="5A6B64"/>
                </a:solidFill>
                <a:latin typeface="Segoe UI"/>
                <a:ea typeface="Segoe UI"/>
                <a:cs typeface="Segoe UI"/>
              </a:defRPr>
            </a:lvl6pPr>
            <a:lvl7pPr algn="l">
              <a:defRPr sz="1275" b="0">
                <a:solidFill>
                  <a:srgbClr val="5A6B64"/>
                </a:solidFill>
                <a:latin typeface="Segoe UI"/>
                <a:ea typeface="Segoe UI"/>
                <a:cs typeface="Segoe UI"/>
              </a:defRPr>
            </a:lvl7pPr>
            <a:lvl8pPr algn="l">
              <a:defRPr sz="1275" b="0">
                <a:solidFill>
                  <a:srgbClr val="5A6B64"/>
                </a:solidFill>
                <a:latin typeface="Segoe UI"/>
                <a:ea typeface="Segoe UI"/>
                <a:cs typeface="Segoe UI"/>
              </a:defRPr>
            </a:lvl8pPr>
            <a:lvl9pPr algn="l">
              <a:defRPr sz="1275" b="0">
                <a:solidFill>
                  <a:srgbClr val="5A6B64"/>
                </a:solidFill>
                <a:latin typeface="Segoe UI"/>
                <a:ea typeface="Segoe UI"/>
                <a:cs typeface="Segoe UI"/>
              </a:defRPr>
            </a:lvl9pPr>
          </a:lstStyle>
          <a:p xmlns:a="http://schemas.openxmlformats.org/drawingml/2006/main">
            <a:pPr algn="l">
              <a:defRPr sz="1275" b="0">
                <a:solidFill>
                  <a:srgbClr val="5A6B64"/>
                </a:solidFill>
                <a:latin typeface="Segoe UI"/>
                <a:ea typeface="Segoe UI"/>
                <a:cs typeface="Segoe UI"/>
              </a:defRPr>
            </a:pPr>
            <a:r>
              <a:rPr sz="1275" b="0">
                <a:solidFill>
                  <a:srgbClr val="5A6B64"/>
                </a:solidFill>
                <a:latin typeface="Segoe UI"/>
                <a:ea typeface="Segoe UI"/>
                <a:cs typeface="Segoe UI"/>
              </a:rPr>
              <a:t>Menú y pie se comparten; la ruta cambia el contenido central.</a:t>
            </a:r>
          </a:p>
        </p:txBody>
      </p:sp>
    </p:spTree>
    <p:extLst>
      <p:ext uri="{BB962C8B-B14F-4D97-AF65-F5344CB8AC3E}">
        <p14:creationId xmlns:p14="http://schemas.microsoft.com/office/powerpoint/2010/main" val="2111307711"/>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27E26C-BAFF-46FA-B84A-12402F9901B6}"/>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MIGRACIÓN DEL CATÁLOGO</a:t>
            </a:r>
          </a:p>
        </p:txBody>
      </p:sp>
      <p:sp>
        <p:nvSpPr>
          <p:cNvPr id="2" name="">
            <a:extLst xmlns:a="http://schemas.openxmlformats.org/drawingml/2006/main">
              <a:ext uri="{FF2B5EF4-FFF2-40B4-BE49-F238E27FC236}">
                <a16:creationId xmlns:a16="http://schemas.microsoft.com/office/drawing/2014/main" id="{F235301F-6B84-4D60-9AB8-EF09936FB36E}"/>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El catálogo pasó de innerHTML a componentes JSX</a:t>
            </a:r>
          </a:p>
        </p:txBody>
      </p:sp>
      <p:sp>
        <p:nvSpPr>
          <p:cNvPr id="3" name="">
            <a:extLst xmlns:a="http://schemas.openxmlformats.org/drawingml/2006/main">
              <a:ext uri="{FF2B5EF4-FFF2-40B4-BE49-F238E27FC236}">
                <a16:creationId xmlns:a16="http://schemas.microsoft.com/office/drawing/2014/main" id="{32390043-AAF4-47E2-BBB6-378C0B29ABFB}"/>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499E2E-8E16-4E8F-87DB-F173F3250D3E}"/>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04 · Veterinaria San Marcos</a:t>
            </a:r>
          </a:p>
        </p:txBody>
      </p:sp>
      <p:sp>
        <p:nvSpPr>
          <p:cNvPr id="5" name="">
            <a:extLst xmlns:a="http://schemas.openxmlformats.org/drawingml/2006/main">
              <a:ext uri="{FF2B5EF4-FFF2-40B4-BE49-F238E27FC236}">
                <a16:creationId xmlns:a16="http://schemas.microsoft.com/office/drawing/2014/main" id="{D4C4C2D5-5F32-4167-A909-13BB41FF5FAE}"/>
              </a:ext>
            </a:extLst>
          </p:cNvPr>
          <p:cNvSpPr>
            <a:spLocks xmlns:a="http://schemas.openxmlformats.org/drawingml/2006/main" noGrp="1"/>
          </p:cNvSpPr>
          <p:nvPr/>
        </p:nvSpPr>
        <p:spPr>
          <a:xfrm xmlns:a="http://schemas.openxmlformats.org/drawingml/2006/main">
            <a:off x="8858250" y="276225"/>
            <a:ext cx="270510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947110-C366-4950-96DC-7F9CE8A8777E}"/>
              </a:ext>
            </a:extLst>
          </p:cNvPr>
          <p:cNvSpPr>
            <a:spLocks xmlns:a="http://schemas.openxmlformats.org/drawingml/2006/main" noGrp="1"/>
          </p:cNvSpPr>
          <p:nvPr/>
        </p:nvSpPr>
        <p:spPr>
          <a:xfrm xmlns:a="http://schemas.openxmlformats.org/drawingml/2006/main">
            <a:off x="8934450" y="2857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IE2.1.4 · PROPS + ESTADO</a:t>
            </a:r>
          </a:p>
        </p:txBody>
      </p:sp>
      <p:sp>
        <p:nvSpPr>
          <p:cNvPr id="7" name="">
            <a:extLst xmlns:a="http://schemas.openxmlformats.org/drawingml/2006/main">
              <a:ext uri="{FF2B5EF4-FFF2-40B4-BE49-F238E27FC236}">
                <a16:creationId xmlns:a16="http://schemas.microsoft.com/office/drawing/2014/main" id="{36256D13-F6A1-4904-8C5E-9B788E0FBE6E}"/>
              </a:ext>
            </a:extLst>
          </p:cNvPr>
          <p:cNvSpPr>
            <a:spLocks xmlns:a="http://schemas.openxmlformats.org/drawingml/2006/main" noGrp="1"/>
          </p:cNvSpPr>
          <p:nvPr/>
        </p:nvSpPr>
        <p:spPr>
          <a:xfrm xmlns:a="http://schemas.openxmlformats.org/drawingml/2006/main">
            <a:off x="628650" y="1619250"/>
            <a:ext cx="4905375" cy="1962150"/>
          </a:xfrm>
          <a:prstGeom xmlns:a="http://schemas.openxmlformats.org/drawingml/2006/main" prst="roundRect">
            <a:avLst>
              <a:gd name="adj" fmla="val 5825"/>
            </a:avLst>
          </a:prstGeom>
          <a:solidFill xmlns:a="http://schemas.openxmlformats.org/drawingml/2006/main">
            <a:srgbClr val="1F302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715737-6A89-4C37-AFA8-38AF5E389252}"/>
              </a:ext>
            </a:extLst>
          </p:cNvPr>
          <p:cNvSpPr>
            <a:spLocks xmlns:a="http://schemas.openxmlformats.org/drawingml/2006/main" noGrp="1"/>
          </p:cNvSpPr>
          <p:nvPr/>
        </p:nvSpPr>
        <p:spPr>
          <a:xfrm xmlns:a="http://schemas.openxmlformats.org/drawingml/2006/main">
            <a:off x="800100" y="1724025"/>
            <a:ext cx="45624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ANTES · JS/PRODUCTOS.JS · DOM MANUAL</a:t>
            </a:r>
          </a:p>
        </p:txBody>
      </p:sp>
      <p:sp>
        <p:nvSpPr>
          <p:cNvPr id="9" name="">
            <a:extLst xmlns:a="http://schemas.openxmlformats.org/drawingml/2006/main">
              <a:ext uri="{FF2B5EF4-FFF2-40B4-BE49-F238E27FC236}">
                <a16:creationId xmlns:a16="http://schemas.microsoft.com/office/drawing/2014/main" id="{AF8105F8-077F-4F93-8F50-1FA434852DC0}"/>
              </a:ext>
            </a:extLst>
          </p:cNvPr>
          <p:cNvSpPr>
            <a:spLocks xmlns:a="http://schemas.openxmlformats.org/drawingml/2006/main" noGrp="1"/>
          </p:cNvSpPr>
          <p:nvPr/>
        </p:nvSpPr>
        <p:spPr>
          <a:xfrm xmlns:a="http://schemas.openxmlformats.org/drawingml/2006/main">
            <a:off x="800100" y="2000250"/>
            <a:ext cx="456247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F2F6F3"/>
                </a:solidFill>
                <a:latin typeface="Consolas"/>
                <a:ea typeface="Consolas"/>
                <a:cs typeface="Consolas"/>
              </a:defRPr>
            </a:defPPr>
            <a:lvl1pPr algn="l">
              <a:defRPr sz="975" b="0">
                <a:solidFill>
                  <a:srgbClr val="F2F6F3"/>
                </a:solidFill>
                <a:latin typeface="Consolas"/>
                <a:ea typeface="Consolas"/>
                <a:cs typeface="Consolas"/>
              </a:defRPr>
            </a:lvl1pPr>
            <a:lvl2pPr algn="l">
              <a:defRPr sz="975" b="0">
                <a:solidFill>
                  <a:srgbClr val="F2F6F3"/>
                </a:solidFill>
                <a:latin typeface="Consolas"/>
                <a:ea typeface="Consolas"/>
                <a:cs typeface="Consolas"/>
              </a:defRPr>
            </a:lvl2pPr>
            <a:lvl3pPr algn="l">
              <a:defRPr sz="975" b="0">
                <a:solidFill>
                  <a:srgbClr val="F2F6F3"/>
                </a:solidFill>
                <a:latin typeface="Consolas"/>
                <a:ea typeface="Consolas"/>
                <a:cs typeface="Consolas"/>
              </a:defRPr>
            </a:lvl3pPr>
            <a:lvl4pPr algn="l">
              <a:defRPr sz="975" b="0">
                <a:solidFill>
                  <a:srgbClr val="F2F6F3"/>
                </a:solidFill>
                <a:latin typeface="Consolas"/>
                <a:ea typeface="Consolas"/>
                <a:cs typeface="Consolas"/>
              </a:defRPr>
            </a:lvl4pPr>
            <a:lvl5pPr algn="l">
              <a:defRPr sz="975" b="0">
                <a:solidFill>
                  <a:srgbClr val="F2F6F3"/>
                </a:solidFill>
                <a:latin typeface="Consolas"/>
                <a:ea typeface="Consolas"/>
                <a:cs typeface="Consolas"/>
              </a:defRPr>
            </a:lvl5pPr>
            <a:lvl6pPr algn="l">
              <a:defRPr sz="975" b="0">
                <a:solidFill>
                  <a:srgbClr val="F2F6F3"/>
                </a:solidFill>
                <a:latin typeface="Consolas"/>
                <a:ea typeface="Consolas"/>
                <a:cs typeface="Consolas"/>
              </a:defRPr>
            </a:lvl6pPr>
            <a:lvl7pPr algn="l">
              <a:defRPr sz="975" b="0">
                <a:solidFill>
                  <a:srgbClr val="F2F6F3"/>
                </a:solidFill>
                <a:latin typeface="Consolas"/>
                <a:ea typeface="Consolas"/>
                <a:cs typeface="Consolas"/>
              </a:defRPr>
            </a:lvl7pPr>
            <a:lvl8pPr algn="l">
              <a:defRPr sz="975" b="0">
                <a:solidFill>
                  <a:srgbClr val="F2F6F3"/>
                </a:solidFill>
                <a:latin typeface="Consolas"/>
                <a:ea typeface="Consolas"/>
                <a:cs typeface="Consolas"/>
              </a:defRPr>
            </a:lvl8pPr>
            <a:lvl9pPr algn="l">
              <a:defRPr sz="975" b="0">
                <a:solidFill>
                  <a:srgbClr val="F2F6F3"/>
                </a:solidFill>
                <a:latin typeface="Consolas"/>
                <a:ea typeface="Consolas"/>
                <a:cs typeface="Consolas"/>
              </a:defRPr>
            </a:lvl9pPr>
          </a:lstStyle>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var html = '';</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for (var i = 0; i &lt; listaProductos.length; i++) {</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  var producto = listaProductos[i];</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  html += "&lt;div class='card'&gt;";</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  ...</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a:t>
            </a:r>
          </a:p>
          <a:p xmlns:a="http://schemas.openxmlformats.org/drawingml/2006/main">
            <a:pPr algn="l">
              <a:defRPr sz="975" b="0">
                <a:solidFill>
                  <a:srgbClr val="F2F6F3"/>
                </a:solidFill>
                <a:latin typeface="Consolas"/>
                <a:ea typeface="Consolas"/>
                <a:cs typeface="Consolas"/>
              </a:defRPr>
            </a:pPr>
            <a:r>
              <a:rPr sz="975" b="0">
                <a:solidFill>
                  <a:srgbClr val="F2F6F3"/>
                </a:solidFill>
                <a:latin typeface="Consolas"/>
                <a:ea typeface="Consolas"/>
                <a:cs typeface="Consolas"/>
              </a:rPr>
              <a:t>contenedor.innerHTML = html;</a:t>
            </a:r>
          </a:p>
        </p:txBody>
      </p:sp>
      <p:sp>
        <p:nvSpPr>
          <p:cNvPr id="10" name="">
            <a:extLst xmlns:a="http://schemas.openxmlformats.org/drawingml/2006/main">
              <a:ext uri="{FF2B5EF4-FFF2-40B4-BE49-F238E27FC236}">
                <a16:creationId xmlns:a16="http://schemas.microsoft.com/office/drawing/2014/main" id="{FA0F7835-B0D6-4E54-9422-99ECEF812A9A}"/>
              </a:ext>
            </a:extLst>
          </p:cNvPr>
          <p:cNvSpPr>
            <a:spLocks xmlns:a="http://schemas.openxmlformats.org/drawingml/2006/main" noGrp="1"/>
          </p:cNvSpPr>
          <p:nvPr/>
        </p:nvSpPr>
        <p:spPr>
          <a:xfrm xmlns:a="http://schemas.openxmlformats.org/drawingml/2006/main">
            <a:off x="5819775" y="1619250"/>
            <a:ext cx="5743575" cy="1962150"/>
          </a:xfrm>
          <a:prstGeom xmlns:a="http://schemas.openxmlformats.org/drawingml/2006/main" prst="roundRect">
            <a:avLst>
              <a:gd name="adj" fmla="val 5825"/>
            </a:avLst>
          </a:prstGeom>
          <a:solidFill xmlns:a="http://schemas.openxmlformats.org/drawingml/2006/main">
            <a:srgbClr val="1F302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5AE2FDE-1627-4982-8FBA-A9A74CC87DF3}"/>
              </a:ext>
            </a:extLst>
          </p:cNvPr>
          <p:cNvSpPr>
            <a:spLocks xmlns:a="http://schemas.openxmlformats.org/drawingml/2006/main" noGrp="1"/>
          </p:cNvSpPr>
          <p:nvPr/>
        </p:nvSpPr>
        <p:spPr>
          <a:xfrm xmlns:a="http://schemas.openxmlformats.org/drawingml/2006/main">
            <a:off x="5991225" y="1724025"/>
            <a:ext cx="5400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AHORA · PRODUCTOS.JSX · JSX + COMPONENTE</a:t>
            </a:r>
          </a:p>
        </p:txBody>
      </p:sp>
      <p:sp>
        <p:nvSpPr>
          <p:cNvPr id="12" name="">
            <a:extLst xmlns:a="http://schemas.openxmlformats.org/drawingml/2006/main">
              <a:ext uri="{FF2B5EF4-FFF2-40B4-BE49-F238E27FC236}">
                <a16:creationId xmlns:a16="http://schemas.microsoft.com/office/drawing/2014/main" id="{F43ECF2A-712F-415C-BBB6-31C50CA7A4AF}"/>
              </a:ext>
            </a:extLst>
          </p:cNvPr>
          <p:cNvSpPr>
            <a:spLocks xmlns:a="http://schemas.openxmlformats.org/drawingml/2006/main" noGrp="1"/>
          </p:cNvSpPr>
          <p:nvPr/>
        </p:nvSpPr>
        <p:spPr>
          <a:xfrm xmlns:a="http://schemas.openxmlformats.org/drawingml/2006/main">
            <a:off x="5991225" y="2000250"/>
            <a:ext cx="540067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2F6F3"/>
                </a:solidFill>
                <a:latin typeface="Consolas"/>
                <a:ea typeface="Consolas"/>
                <a:cs typeface="Consolas"/>
              </a:defRPr>
            </a:defPPr>
            <a:lvl1pPr algn="l">
              <a:defRPr sz="1200" b="0">
                <a:solidFill>
                  <a:srgbClr val="F2F6F3"/>
                </a:solidFill>
                <a:latin typeface="Consolas"/>
                <a:ea typeface="Consolas"/>
                <a:cs typeface="Consolas"/>
              </a:defRPr>
            </a:lvl1pPr>
            <a:lvl2pPr algn="l">
              <a:defRPr sz="1200" b="0">
                <a:solidFill>
                  <a:srgbClr val="F2F6F3"/>
                </a:solidFill>
                <a:latin typeface="Consolas"/>
                <a:ea typeface="Consolas"/>
                <a:cs typeface="Consolas"/>
              </a:defRPr>
            </a:lvl2pPr>
            <a:lvl3pPr algn="l">
              <a:defRPr sz="1200" b="0">
                <a:solidFill>
                  <a:srgbClr val="F2F6F3"/>
                </a:solidFill>
                <a:latin typeface="Consolas"/>
                <a:ea typeface="Consolas"/>
                <a:cs typeface="Consolas"/>
              </a:defRPr>
            </a:lvl3pPr>
            <a:lvl4pPr algn="l">
              <a:defRPr sz="1200" b="0">
                <a:solidFill>
                  <a:srgbClr val="F2F6F3"/>
                </a:solidFill>
                <a:latin typeface="Consolas"/>
                <a:ea typeface="Consolas"/>
                <a:cs typeface="Consolas"/>
              </a:defRPr>
            </a:lvl4pPr>
            <a:lvl5pPr algn="l">
              <a:defRPr sz="1200" b="0">
                <a:solidFill>
                  <a:srgbClr val="F2F6F3"/>
                </a:solidFill>
                <a:latin typeface="Consolas"/>
                <a:ea typeface="Consolas"/>
                <a:cs typeface="Consolas"/>
              </a:defRPr>
            </a:lvl5pPr>
            <a:lvl6pPr algn="l">
              <a:defRPr sz="1200" b="0">
                <a:solidFill>
                  <a:srgbClr val="F2F6F3"/>
                </a:solidFill>
                <a:latin typeface="Consolas"/>
                <a:ea typeface="Consolas"/>
                <a:cs typeface="Consolas"/>
              </a:defRPr>
            </a:lvl6pPr>
            <a:lvl7pPr algn="l">
              <a:defRPr sz="1200" b="0">
                <a:solidFill>
                  <a:srgbClr val="F2F6F3"/>
                </a:solidFill>
                <a:latin typeface="Consolas"/>
                <a:ea typeface="Consolas"/>
                <a:cs typeface="Consolas"/>
              </a:defRPr>
            </a:lvl7pPr>
            <a:lvl8pPr algn="l">
              <a:defRPr sz="1200" b="0">
                <a:solidFill>
                  <a:srgbClr val="F2F6F3"/>
                </a:solidFill>
                <a:latin typeface="Consolas"/>
                <a:ea typeface="Consolas"/>
                <a:cs typeface="Consolas"/>
              </a:defRPr>
            </a:lvl8pPr>
            <a:lvl9pPr algn="l">
              <a:defRPr sz="1200" b="0">
                <a:solidFill>
                  <a:srgbClr val="F2F6F3"/>
                </a:solidFill>
                <a:latin typeface="Consolas"/>
                <a:ea typeface="Consolas"/>
                <a:cs typeface="Consolas"/>
              </a:defRPr>
            </a:lvl9pPr>
          </a:lstStyle>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{productosFiltrados.map((producto) =&gt; (</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&lt;ProductoCard</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key={producto.id}</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producto={producto}</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/&gt;</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a:t>
            </a:r>
          </a:p>
        </p:txBody>
      </p:sp>
      <p:sp>
        <p:nvSpPr>
          <p:cNvPr id="13" name="">
            <a:extLst xmlns:a="http://schemas.openxmlformats.org/drawingml/2006/main">
              <a:ext uri="{FF2B5EF4-FFF2-40B4-BE49-F238E27FC236}">
                <a16:creationId xmlns:a16="http://schemas.microsoft.com/office/drawing/2014/main" id="{42F603B1-8B4D-40D0-B473-1F4EBB5FAE76}"/>
              </a:ext>
            </a:extLst>
          </p:cNvPr>
          <p:cNvSpPr>
            <a:spLocks xmlns:a="http://schemas.openxmlformats.org/drawingml/2006/main" noGrp="1"/>
          </p:cNvSpPr>
          <p:nvPr/>
        </p:nvSpPr>
        <p:spPr>
          <a:xfrm xmlns:a="http://schemas.openxmlformats.org/drawingml/2006/main">
            <a:off x="628650" y="3971925"/>
            <a:ext cx="4905375" cy="1428750"/>
          </a:xfrm>
          <a:prstGeom xmlns:a="http://schemas.openxmlformats.org/drawingml/2006/main" prst="roundRect">
            <a:avLst>
              <a:gd name="adj" fmla="val 8000"/>
            </a:avLst>
          </a:prstGeom>
          <a:solidFill xmlns:a="http://schemas.openxmlformats.org/drawingml/2006/main">
            <a:srgbClr val="1F302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F78D79-C083-41B2-A221-BE35848F92C2}"/>
              </a:ext>
            </a:extLst>
          </p:cNvPr>
          <p:cNvSpPr>
            <a:spLocks xmlns:a="http://schemas.openxmlformats.org/drawingml/2006/main" noGrp="1"/>
          </p:cNvSpPr>
          <p:nvPr/>
        </p:nvSpPr>
        <p:spPr>
          <a:xfrm xmlns:a="http://schemas.openxmlformats.org/drawingml/2006/main">
            <a:off x="800100" y="4076700"/>
            <a:ext cx="45624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LA BÚSQUEDA QUEDA EN EL ESTADO REACT</a:t>
            </a:r>
          </a:p>
        </p:txBody>
      </p:sp>
      <p:sp>
        <p:nvSpPr>
          <p:cNvPr id="15" name="">
            <a:extLst xmlns:a="http://schemas.openxmlformats.org/drawingml/2006/main">
              <a:ext uri="{FF2B5EF4-FFF2-40B4-BE49-F238E27FC236}">
                <a16:creationId xmlns:a16="http://schemas.microsoft.com/office/drawing/2014/main" id="{EC2997A5-8872-4DD7-A913-BB72037F3EE3}"/>
              </a:ext>
            </a:extLst>
          </p:cNvPr>
          <p:cNvSpPr>
            <a:spLocks xmlns:a="http://schemas.openxmlformats.org/drawingml/2006/main" noGrp="1"/>
          </p:cNvSpPr>
          <p:nvPr/>
        </p:nvSpPr>
        <p:spPr>
          <a:xfrm xmlns:a="http://schemas.openxmlformats.org/drawingml/2006/main">
            <a:off x="800100" y="4352925"/>
            <a:ext cx="45624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2F6F3"/>
                </a:solidFill>
                <a:latin typeface="Consolas"/>
                <a:ea typeface="Consolas"/>
                <a:cs typeface="Consolas"/>
              </a:defRPr>
            </a:defPPr>
            <a:lvl1pPr algn="l">
              <a:defRPr sz="1125" b="0">
                <a:solidFill>
                  <a:srgbClr val="F2F6F3"/>
                </a:solidFill>
                <a:latin typeface="Consolas"/>
                <a:ea typeface="Consolas"/>
                <a:cs typeface="Consolas"/>
              </a:defRPr>
            </a:lvl1pPr>
            <a:lvl2pPr algn="l">
              <a:defRPr sz="1125" b="0">
                <a:solidFill>
                  <a:srgbClr val="F2F6F3"/>
                </a:solidFill>
                <a:latin typeface="Consolas"/>
                <a:ea typeface="Consolas"/>
                <a:cs typeface="Consolas"/>
              </a:defRPr>
            </a:lvl2pPr>
            <a:lvl3pPr algn="l">
              <a:defRPr sz="1125" b="0">
                <a:solidFill>
                  <a:srgbClr val="F2F6F3"/>
                </a:solidFill>
                <a:latin typeface="Consolas"/>
                <a:ea typeface="Consolas"/>
                <a:cs typeface="Consolas"/>
              </a:defRPr>
            </a:lvl3pPr>
            <a:lvl4pPr algn="l">
              <a:defRPr sz="1125" b="0">
                <a:solidFill>
                  <a:srgbClr val="F2F6F3"/>
                </a:solidFill>
                <a:latin typeface="Consolas"/>
                <a:ea typeface="Consolas"/>
                <a:cs typeface="Consolas"/>
              </a:defRPr>
            </a:lvl4pPr>
            <a:lvl5pPr algn="l">
              <a:defRPr sz="1125" b="0">
                <a:solidFill>
                  <a:srgbClr val="F2F6F3"/>
                </a:solidFill>
                <a:latin typeface="Consolas"/>
                <a:ea typeface="Consolas"/>
                <a:cs typeface="Consolas"/>
              </a:defRPr>
            </a:lvl5pPr>
            <a:lvl6pPr algn="l">
              <a:defRPr sz="1125" b="0">
                <a:solidFill>
                  <a:srgbClr val="F2F6F3"/>
                </a:solidFill>
                <a:latin typeface="Consolas"/>
                <a:ea typeface="Consolas"/>
                <a:cs typeface="Consolas"/>
              </a:defRPr>
            </a:lvl6pPr>
            <a:lvl7pPr algn="l">
              <a:defRPr sz="1125" b="0">
                <a:solidFill>
                  <a:srgbClr val="F2F6F3"/>
                </a:solidFill>
                <a:latin typeface="Consolas"/>
                <a:ea typeface="Consolas"/>
                <a:cs typeface="Consolas"/>
              </a:defRPr>
            </a:lvl7pPr>
            <a:lvl8pPr algn="l">
              <a:defRPr sz="1125" b="0">
                <a:solidFill>
                  <a:srgbClr val="F2F6F3"/>
                </a:solidFill>
                <a:latin typeface="Consolas"/>
                <a:ea typeface="Consolas"/>
                <a:cs typeface="Consolas"/>
              </a:defRPr>
            </a:lvl8pPr>
            <a:lvl9pPr algn="l">
              <a:defRPr sz="1125" b="0">
                <a:solidFill>
                  <a:srgbClr val="F2F6F3"/>
                </a:solidFill>
                <a:latin typeface="Consolas"/>
                <a:ea typeface="Consolas"/>
                <a:cs typeface="Consolas"/>
              </a:defRPr>
            </a:lvl9pPr>
          </a:lstStyle>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const [busqueda, setBusqueda] = useState('')</a:t>
            </a:r>
          </a:p>
          <a:p xmlns:a="http://schemas.openxmlformats.org/drawingml/2006/main">
            <a:r>
              <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&lt;input value={busqueda}</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onChange={(e) =&gt; setBusqueda(e.target.value)} /&gt;</a:t>
            </a:r>
          </a:p>
        </p:txBody>
      </p:sp>
      <p:sp>
        <p:nvSpPr>
          <p:cNvPr id="16" name="">
            <a:extLst xmlns:a="http://schemas.openxmlformats.org/drawingml/2006/main">
              <a:ext uri="{FF2B5EF4-FFF2-40B4-BE49-F238E27FC236}">
                <a16:creationId xmlns:a16="http://schemas.microsoft.com/office/drawing/2014/main" id="{394AD76D-A862-4B7C-92C0-81891F8918A8}"/>
              </a:ext>
            </a:extLst>
          </p:cNvPr>
          <p:cNvSpPr>
            <a:spLocks xmlns:a="http://schemas.openxmlformats.org/drawingml/2006/main" noGrp="1"/>
          </p:cNvSpPr>
          <p:nvPr/>
        </p:nvSpPr>
        <p:spPr>
          <a:xfrm xmlns:a="http://schemas.openxmlformats.org/drawingml/2006/main">
            <a:off x="5819775" y="3971925"/>
            <a:ext cx="5743575" cy="1428750"/>
          </a:xfrm>
          <a:prstGeom xmlns:a="http://schemas.openxmlformats.org/drawingml/2006/main" prst="roundRect">
            <a:avLst>
              <a:gd name="adj" fmla="val 8000"/>
            </a:avLst>
          </a:prstGeom>
          <a:solidFill xmlns:a="http://schemas.openxmlformats.org/drawingml/2006/main">
            <a:srgbClr val="EAF3E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1B4FAD5-2BE5-43A1-A410-AD96DBD4E60D}"/>
              </a:ext>
            </a:extLst>
          </p:cNvPr>
          <p:cNvSpPr>
            <a:spLocks xmlns:a="http://schemas.openxmlformats.org/drawingml/2006/main" noGrp="1"/>
          </p:cNvSpPr>
          <p:nvPr/>
        </p:nvSpPr>
        <p:spPr>
          <a:xfrm xmlns:a="http://schemas.openxmlformats.org/drawingml/2006/main">
            <a:off x="6029325" y="4124325"/>
            <a:ext cx="523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F7A5F"/>
                </a:solidFill>
                <a:latin typeface="Segoe UI"/>
                <a:ea typeface="Segoe UI"/>
                <a:cs typeface="Segoe UI"/>
              </a:defRPr>
            </a:defPPr>
            <a:lvl1pPr algn="l">
              <a:defRPr sz="1125" b="1">
                <a:solidFill>
                  <a:srgbClr val="2F7A5F"/>
                </a:solidFill>
                <a:latin typeface="Segoe UI"/>
                <a:ea typeface="Segoe UI"/>
                <a:cs typeface="Segoe UI"/>
              </a:defRPr>
            </a:lvl1pPr>
            <a:lvl2pPr algn="l">
              <a:defRPr sz="1125" b="1">
                <a:solidFill>
                  <a:srgbClr val="2F7A5F"/>
                </a:solidFill>
                <a:latin typeface="Segoe UI"/>
                <a:ea typeface="Segoe UI"/>
                <a:cs typeface="Segoe UI"/>
              </a:defRPr>
            </a:lvl2pPr>
            <a:lvl3pPr algn="l">
              <a:defRPr sz="1125" b="1">
                <a:solidFill>
                  <a:srgbClr val="2F7A5F"/>
                </a:solidFill>
                <a:latin typeface="Segoe UI"/>
                <a:ea typeface="Segoe UI"/>
                <a:cs typeface="Segoe UI"/>
              </a:defRPr>
            </a:lvl3pPr>
            <a:lvl4pPr algn="l">
              <a:defRPr sz="1125" b="1">
                <a:solidFill>
                  <a:srgbClr val="2F7A5F"/>
                </a:solidFill>
                <a:latin typeface="Segoe UI"/>
                <a:ea typeface="Segoe UI"/>
                <a:cs typeface="Segoe UI"/>
              </a:defRPr>
            </a:lvl4pPr>
            <a:lvl5pPr algn="l">
              <a:defRPr sz="1125" b="1">
                <a:solidFill>
                  <a:srgbClr val="2F7A5F"/>
                </a:solidFill>
                <a:latin typeface="Segoe UI"/>
                <a:ea typeface="Segoe UI"/>
                <a:cs typeface="Segoe UI"/>
              </a:defRPr>
            </a:lvl5pPr>
            <a:lvl6pPr algn="l">
              <a:defRPr sz="1125" b="1">
                <a:solidFill>
                  <a:srgbClr val="2F7A5F"/>
                </a:solidFill>
                <a:latin typeface="Segoe UI"/>
                <a:ea typeface="Segoe UI"/>
                <a:cs typeface="Segoe UI"/>
              </a:defRPr>
            </a:lvl6pPr>
            <a:lvl7pPr algn="l">
              <a:defRPr sz="1125" b="1">
                <a:solidFill>
                  <a:srgbClr val="2F7A5F"/>
                </a:solidFill>
                <a:latin typeface="Segoe UI"/>
                <a:ea typeface="Segoe UI"/>
                <a:cs typeface="Segoe UI"/>
              </a:defRPr>
            </a:lvl7pPr>
            <a:lvl8pPr algn="l">
              <a:defRPr sz="1125" b="1">
                <a:solidFill>
                  <a:srgbClr val="2F7A5F"/>
                </a:solidFill>
                <a:latin typeface="Segoe UI"/>
                <a:ea typeface="Segoe UI"/>
                <a:cs typeface="Segoe UI"/>
              </a:defRPr>
            </a:lvl8pPr>
            <a:lvl9pPr algn="l">
              <a:defRPr sz="1125" b="1">
                <a:solidFill>
                  <a:srgbClr val="2F7A5F"/>
                </a:solidFill>
                <a:latin typeface="Segoe UI"/>
                <a:ea typeface="Segoe UI"/>
                <a:cs typeface="Segoe UI"/>
              </a:defRPr>
            </a:lvl9pPr>
          </a:lstStyle>
          <a:p xmlns:a="http://schemas.openxmlformats.org/drawingml/2006/main">
            <a:pPr algn="l">
              <a:defRPr sz="1125" b="1">
                <a:solidFill>
                  <a:srgbClr val="2F7A5F"/>
                </a:solidFill>
                <a:latin typeface="Segoe UI"/>
                <a:ea typeface="Segoe UI"/>
                <a:cs typeface="Segoe UI"/>
              </a:defRPr>
            </a:pPr>
            <a:r>
              <a:rPr sz="1125" b="1">
                <a:solidFill>
                  <a:srgbClr val="2F7A5F"/>
                </a:solidFill>
                <a:latin typeface="Segoe UI"/>
                <a:ea typeface="Segoe UI"/>
                <a:cs typeface="Segoe UI"/>
              </a:rPr>
              <a:t>En palabras simples</a:t>
            </a:r>
          </a:p>
        </p:txBody>
      </p:sp>
      <p:sp>
        <p:nvSpPr>
          <p:cNvPr id="18" name="">
            <a:extLst xmlns:a="http://schemas.openxmlformats.org/drawingml/2006/main">
              <a:ext uri="{FF2B5EF4-FFF2-40B4-BE49-F238E27FC236}">
                <a16:creationId xmlns:a16="http://schemas.microsoft.com/office/drawing/2014/main" id="{A516A900-8D75-4F5D-86AD-D24B5F7FDA9C}"/>
              </a:ext>
            </a:extLst>
          </p:cNvPr>
          <p:cNvSpPr>
            <a:spLocks xmlns:a="http://schemas.openxmlformats.org/drawingml/2006/main" noGrp="1"/>
          </p:cNvSpPr>
          <p:nvPr/>
        </p:nvSpPr>
        <p:spPr>
          <a:xfrm xmlns:a="http://schemas.openxmlformats.org/drawingml/2006/main">
            <a:off x="6029325" y="4476750"/>
            <a:ext cx="525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23312C"/>
                </a:solidFill>
                <a:latin typeface="Segoe UI"/>
                <a:ea typeface="Segoe UI"/>
                <a:cs typeface="Segoe UI"/>
              </a:defRPr>
            </a:defPPr>
            <a:lvl1pPr algn="l">
              <a:defRPr sz="1275" b="0">
                <a:solidFill>
                  <a:srgbClr val="23312C"/>
                </a:solidFill>
                <a:latin typeface="Segoe UI"/>
                <a:ea typeface="Segoe UI"/>
                <a:cs typeface="Segoe UI"/>
              </a:defRPr>
            </a:lvl1pPr>
            <a:lvl2pPr algn="l">
              <a:defRPr sz="1275" b="0">
                <a:solidFill>
                  <a:srgbClr val="23312C"/>
                </a:solidFill>
                <a:latin typeface="Segoe UI"/>
                <a:ea typeface="Segoe UI"/>
                <a:cs typeface="Segoe UI"/>
              </a:defRPr>
            </a:lvl2pPr>
            <a:lvl3pPr algn="l">
              <a:defRPr sz="1275" b="0">
                <a:solidFill>
                  <a:srgbClr val="23312C"/>
                </a:solidFill>
                <a:latin typeface="Segoe UI"/>
                <a:ea typeface="Segoe UI"/>
                <a:cs typeface="Segoe UI"/>
              </a:defRPr>
            </a:lvl3pPr>
            <a:lvl4pPr algn="l">
              <a:defRPr sz="1275" b="0">
                <a:solidFill>
                  <a:srgbClr val="23312C"/>
                </a:solidFill>
                <a:latin typeface="Segoe UI"/>
                <a:ea typeface="Segoe UI"/>
                <a:cs typeface="Segoe UI"/>
              </a:defRPr>
            </a:lvl4pPr>
            <a:lvl5pPr algn="l">
              <a:defRPr sz="1275" b="0">
                <a:solidFill>
                  <a:srgbClr val="23312C"/>
                </a:solidFill>
                <a:latin typeface="Segoe UI"/>
                <a:ea typeface="Segoe UI"/>
                <a:cs typeface="Segoe UI"/>
              </a:defRPr>
            </a:lvl5pPr>
            <a:lvl6pPr algn="l">
              <a:defRPr sz="1275" b="0">
                <a:solidFill>
                  <a:srgbClr val="23312C"/>
                </a:solidFill>
                <a:latin typeface="Segoe UI"/>
                <a:ea typeface="Segoe UI"/>
                <a:cs typeface="Segoe UI"/>
              </a:defRPr>
            </a:lvl6pPr>
            <a:lvl7pPr algn="l">
              <a:defRPr sz="1275" b="0">
                <a:solidFill>
                  <a:srgbClr val="23312C"/>
                </a:solidFill>
                <a:latin typeface="Segoe UI"/>
                <a:ea typeface="Segoe UI"/>
                <a:cs typeface="Segoe UI"/>
              </a:defRPr>
            </a:lvl7pPr>
            <a:lvl8pPr algn="l">
              <a:defRPr sz="1275" b="0">
                <a:solidFill>
                  <a:srgbClr val="23312C"/>
                </a:solidFill>
                <a:latin typeface="Segoe UI"/>
                <a:ea typeface="Segoe UI"/>
                <a:cs typeface="Segoe UI"/>
              </a:defRPr>
            </a:lvl8pPr>
            <a:lvl9pPr algn="l">
              <a:defRPr sz="1275" b="0">
                <a:solidFill>
                  <a:srgbClr val="23312C"/>
                </a:solidFill>
                <a:latin typeface="Segoe UI"/>
                <a:ea typeface="Segoe UI"/>
                <a:cs typeface="Segoe UI"/>
              </a:defRPr>
            </a:lvl9pPr>
          </a:lstStyle>
          <a:p xmlns:a="http://schemas.openxmlformats.org/drawingml/2006/main">
            <a:pPr algn="l">
              <a:defRPr sz="1275" b="0">
                <a:solidFill>
                  <a:srgbClr val="23312C"/>
                </a:solidFill>
                <a:latin typeface="Segoe UI"/>
                <a:ea typeface="Segoe UI"/>
                <a:cs typeface="Segoe UI"/>
              </a:defRPr>
            </a:pPr>
            <a:r>
              <a:rPr sz="1275" b="0">
                <a:solidFill>
                  <a:srgbClr val="23312C"/>
                </a:solidFill>
                <a:latin typeface="Segoe UI"/>
                <a:ea typeface="Segoe UI"/>
                <a:cs typeface="Segoe UI"/>
              </a:rPr>
              <a:t>Cada producto llega a la tarjeta como una prop. El estado guarda la búsqueda y React actualiza la lista.</a:t>
            </a:r>
          </a:p>
        </p:txBody>
      </p:sp>
      <p:sp>
        <p:nvSpPr>
          <p:cNvPr id="19" name="">
            <a:extLst xmlns:a="http://schemas.openxmlformats.org/drawingml/2006/main">
              <a:ext uri="{FF2B5EF4-FFF2-40B4-BE49-F238E27FC236}">
                <a16:creationId xmlns:a16="http://schemas.microsoft.com/office/drawing/2014/main" id="{ADB4FABA-55BE-48DA-978E-52ED461A1205}"/>
              </a:ext>
            </a:extLst>
          </p:cNvPr>
          <p:cNvSpPr>
            <a:spLocks xmlns:a="http://schemas.openxmlformats.org/drawingml/2006/main" noGrp="1"/>
          </p:cNvSpPr>
          <p:nvPr/>
        </p:nvSpPr>
        <p:spPr>
          <a:xfrm xmlns:a="http://schemas.openxmlformats.org/drawingml/2006/main">
            <a:off x="628650" y="5676900"/>
            <a:ext cx="1093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Resultado de la migración: menos repetición y comportamiento más fácil de seguir.</a:t>
            </a:r>
          </a:p>
        </p:txBody>
      </p:sp>
    </p:spTree>
    <p:extLst>
      <p:ext uri="{BB962C8B-B14F-4D97-AF65-F5344CB8AC3E}">
        <p14:creationId xmlns:p14="http://schemas.microsoft.com/office/powerpoint/2010/main" val="762456205"/>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6CD56D-E260-46FC-B194-5597A93A94D2}"/>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DISEÑO RESPONSIVO</a:t>
            </a:r>
          </a:p>
        </p:txBody>
      </p:sp>
      <p:sp>
        <p:nvSpPr>
          <p:cNvPr id="2" name="">
            <a:extLst xmlns:a="http://schemas.openxmlformats.org/drawingml/2006/main">
              <a:ext uri="{FF2B5EF4-FFF2-40B4-BE49-F238E27FC236}">
                <a16:creationId xmlns:a16="http://schemas.microsoft.com/office/drawing/2014/main" id="{2CE683CC-B0A7-4C8F-B2C9-8CD00080005C}"/>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El menú y el catálogo se adaptan al tamaño de pantalla</a:t>
            </a:r>
          </a:p>
        </p:txBody>
      </p:sp>
      <p:sp>
        <p:nvSpPr>
          <p:cNvPr id="3" name="">
            <a:extLst xmlns:a="http://schemas.openxmlformats.org/drawingml/2006/main">
              <a:ext uri="{FF2B5EF4-FFF2-40B4-BE49-F238E27FC236}">
                <a16:creationId xmlns:a16="http://schemas.microsoft.com/office/drawing/2014/main" id="{9B00D56E-A743-495E-AE38-E95E1E5F6451}"/>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3875F2-EB48-44D9-B5A2-B372C4733BF2}"/>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05 · Veterinaria San Marcos</a:t>
            </a:r>
          </a:p>
        </p:txBody>
      </p:sp>
      <p:sp>
        <p:nvSpPr>
          <p:cNvPr id="5" name="">
            <a:extLst xmlns:a="http://schemas.openxmlformats.org/drawingml/2006/main">
              <a:ext uri="{FF2B5EF4-FFF2-40B4-BE49-F238E27FC236}">
                <a16:creationId xmlns:a16="http://schemas.microsoft.com/office/drawing/2014/main" id="{5D395BE3-C3CE-4FB6-8EC2-30348B6B9016}"/>
              </a:ext>
            </a:extLst>
          </p:cNvPr>
          <p:cNvSpPr>
            <a:spLocks xmlns:a="http://schemas.openxmlformats.org/drawingml/2006/main" noGrp="1"/>
          </p:cNvSpPr>
          <p:nvPr/>
        </p:nvSpPr>
        <p:spPr>
          <a:xfrm xmlns:a="http://schemas.openxmlformats.org/drawingml/2006/main">
            <a:off x="8553450" y="276225"/>
            <a:ext cx="300990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192EB9-C1CF-4BEB-8B51-4A914719AF68}"/>
              </a:ext>
            </a:extLst>
          </p:cNvPr>
          <p:cNvSpPr>
            <a:spLocks xmlns:a="http://schemas.openxmlformats.org/drawingml/2006/main" noGrp="1"/>
          </p:cNvSpPr>
          <p:nvPr/>
        </p:nvSpPr>
        <p:spPr>
          <a:xfrm xmlns:a="http://schemas.openxmlformats.org/drawingml/2006/main">
            <a:off x="8629650" y="28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IE2.1.4 · RESPONSIVE + BOOTSTRAP</a:t>
            </a:r>
          </a:p>
        </p:txBody>
      </p:sp>
      <p:pic>
        <p:nvPicPr>
          <p:cNvPr id="7" name="">
            <a:extLst xmlns:a="http://schemas.openxmlformats.org/drawingml/2006/main">
              <a:ext uri="{FF2B5EF4-FFF2-40B4-BE49-F238E27FC236}">
                <a16:creationId xmlns:a16="http://schemas.microsoft.com/office/drawing/2014/main" id="{C7884201-E54F-4168-A4E0-82A3E8C8F31F}"/>
              </a:ext>
            </a:extLst>
          </p:cNvPr>
          <p:cNvPicPr>
            <a:picLocks xmlns:a="http://schemas.openxmlformats.org/drawingml/2006/main" noChangeAspect="1"/>
          </p:cNvPicPr>
          <p:nvPr/>
        </p:nvPicPr>
        <p:blipFill>
          <a:blip xmlns:r="http://schemas.openxmlformats.org/officeDocument/2006/relationships" xmlns:a="http://schemas.openxmlformats.org/drawingml/2006/main" r:embed="R3ab6e9b661544a60"/>
          <a:srcRect xmlns:a="http://schemas.openxmlformats.org/drawingml/2006/main" l="2110" t="0" r="2110" b="0"/>
          <a:stretch xmlns:a="http://schemas.openxmlformats.org/drawingml/2006/main">
            <a:fillRect l="0" t="0" r="0" b="0"/>
          </a:stretch>
        </p:blipFill>
        <p:spPr>
          <a:xfrm xmlns:a="http://schemas.openxmlformats.org/drawingml/2006/main">
            <a:off x="628650" y="1562100"/>
            <a:ext cx="3095625" cy="4495800"/>
          </a:xfrm>
          <a:prstGeom xmlns:a="http://schemas.openxmlformats.org/drawingml/2006/main" prst="roundRect">
            <a:avLst>
              <a:gd name="adj" fmla="val 5538"/>
            </a:avLst>
          </a:prstGeom>
        </p:spPr>
      </p:pic>
      <p:sp>
        <p:nvSpPr>
          <p:cNvPr id="8" name="">
            <a:extLst xmlns:a="http://schemas.openxmlformats.org/drawingml/2006/main">
              <a:ext uri="{FF2B5EF4-FFF2-40B4-BE49-F238E27FC236}">
                <a16:creationId xmlns:a16="http://schemas.microsoft.com/office/drawing/2014/main" id="{ECA04E71-054A-4AAD-AE4B-0D013DAF619E}"/>
              </a:ext>
            </a:extLst>
          </p:cNvPr>
          <p:cNvSpPr>
            <a:spLocks xmlns:a="http://schemas.openxmlformats.org/drawingml/2006/main" noGrp="1"/>
          </p:cNvSpPr>
          <p:nvPr/>
        </p:nvSpPr>
        <p:spPr>
          <a:xfrm xmlns:a="http://schemas.openxmlformats.org/drawingml/2006/main">
            <a:off x="4048125" y="1571625"/>
            <a:ext cx="7515225" cy="2190750"/>
          </a:xfrm>
          <a:prstGeom xmlns:a="http://schemas.openxmlformats.org/drawingml/2006/main" prst="roundRect">
            <a:avLst>
              <a:gd name="adj" fmla="val 5217"/>
            </a:avLst>
          </a:prstGeom>
          <a:solidFill xmlns:a="http://schemas.openxmlformats.org/drawingml/2006/main">
            <a:srgbClr val="1F302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EEF41B-F984-4004-B9D8-EA2189F19A00}"/>
              </a:ext>
            </a:extLst>
          </p:cNvPr>
          <p:cNvSpPr>
            <a:spLocks xmlns:a="http://schemas.openxmlformats.org/drawingml/2006/main" noGrp="1"/>
          </p:cNvSpPr>
          <p:nvPr/>
        </p:nvSpPr>
        <p:spPr>
          <a:xfrm xmlns:a="http://schemas.openxmlformats.org/drawingml/2006/main">
            <a:off x="4219575" y="1676400"/>
            <a:ext cx="7172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BOOTSTRAP · NAVEGACIÓN ADAPTABLE</a:t>
            </a:r>
          </a:p>
        </p:txBody>
      </p:sp>
      <p:sp>
        <p:nvSpPr>
          <p:cNvPr id="10" name="">
            <a:extLst xmlns:a="http://schemas.openxmlformats.org/drawingml/2006/main">
              <a:ext uri="{FF2B5EF4-FFF2-40B4-BE49-F238E27FC236}">
                <a16:creationId xmlns:a16="http://schemas.microsoft.com/office/drawing/2014/main" id="{C002AE12-A609-483B-81A3-210538BB1C3F}"/>
              </a:ext>
            </a:extLst>
          </p:cNvPr>
          <p:cNvSpPr>
            <a:spLocks xmlns:a="http://schemas.openxmlformats.org/drawingml/2006/main" noGrp="1"/>
          </p:cNvSpPr>
          <p:nvPr/>
        </p:nvSpPr>
        <p:spPr>
          <a:xfrm xmlns:a="http://schemas.openxmlformats.org/drawingml/2006/main">
            <a:off x="4219575" y="1952625"/>
            <a:ext cx="7172325" cy="1704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2F6F3"/>
                </a:solidFill>
                <a:latin typeface="Consolas"/>
                <a:ea typeface="Consolas"/>
                <a:cs typeface="Consolas"/>
              </a:defRPr>
            </a:defPPr>
            <a:lvl1pPr algn="l">
              <a:defRPr sz="1125" b="0">
                <a:solidFill>
                  <a:srgbClr val="F2F6F3"/>
                </a:solidFill>
                <a:latin typeface="Consolas"/>
                <a:ea typeface="Consolas"/>
                <a:cs typeface="Consolas"/>
              </a:defRPr>
            </a:lvl1pPr>
            <a:lvl2pPr algn="l">
              <a:defRPr sz="1125" b="0">
                <a:solidFill>
                  <a:srgbClr val="F2F6F3"/>
                </a:solidFill>
                <a:latin typeface="Consolas"/>
                <a:ea typeface="Consolas"/>
                <a:cs typeface="Consolas"/>
              </a:defRPr>
            </a:lvl2pPr>
            <a:lvl3pPr algn="l">
              <a:defRPr sz="1125" b="0">
                <a:solidFill>
                  <a:srgbClr val="F2F6F3"/>
                </a:solidFill>
                <a:latin typeface="Consolas"/>
                <a:ea typeface="Consolas"/>
                <a:cs typeface="Consolas"/>
              </a:defRPr>
            </a:lvl3pPr>
            <a:lvl4pPr algn="l">
              <a:defRPr sz="1125" b="0">
                <a:solidFill>
                  <a:srgbClr val="F2F6F3"/>
                </a:solidFill>
                <a:latin typeface="Consolas"/>
                <a:ea typeface="Consolas"/>
                <a:cs typeface="Consolas"/>
              </a:defRPr>
            </a:lvl4pPr>
            <a:lvl5pPr algn="l">
              <a:defRPr sz="1125" b="0">
                <a:solidFill>
                  <a:srgbClr val="F2F6F3"/>
                </a:solidFill>
                <a:latin typeface="Consolas"/>
                <a:ea typeface="Consolas"/>
                <a:cs typeface="Consolas"/>
              </a:defRPr>
            </a:lvl5pPr>
            <a:lvl6pPr algn="l">
              <a:defRPr sz="1125" b="0">
                <a:solidFill>
                  <a:srgbClr val="F2F6F3"/>
                </a:solidFill>
                <a:latin typeface="Consolas"/>
                <a:ea typeface="Consolas"/>
                <a:cs typeface="Consolas"/>
              </a:defRPr>
            </a:lvl6pPr>
            <a:lvl7pPr algn="l">
              <a:defRPr sz="1125" b="0">
                <a:solidFill>
                  <a:srgbClr val="F2F6F3"/>
                </a:solidFill>
                <a:latin typeface="Consolas"/>
                <a:ea typeface="Consolas"/>
                <a:cs typeface="Consolas"/>
              </a:defRPr>
            </a:lvl7pPr>
            <a:lvl8pPr algn="l">
              <a:defRPr sz="1125" b="0">
                <a:solidFill>
                  <a:srgbClr val="F2F6F3"/>
                </a:solidFill>
                <a:latin typeface="Consolas"/>
                <a:ea typeface="Consolas"/>
                <a:cs typeface="Consolas"/>
              </a:defRPr>
            </a:lvl8pPr>
            <a:lvl9pPr algn="l">
              <a:defRPr sz="1125" b="0">
                <a:solidFill>
                  <a:srgbClr val="F2F6F3"/>
                </a:solidFill>
                <a:latin typeface="Consolas"/>
                <a:ea typeface="Consolas"/>
                <a:cs typeface="Consolas"/>
              </a:defRPr>
            </a:lvl9pPr>
          </a:lstStyle>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main.jsx</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import 'bootstrap/dist/css/bootstrap.min.css'</a:t>
            </a:r>
          </a:p>
          <a:p xmlns:a="http://schemas.openxmlformats.org/drawingml/2006/main">
            <a:r>
              <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Menu.jsx</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&lt;Navbar expand="xl"&gt;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&lt;Navbar.Toggle /&gt;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&lt;Container&gt; ... &lt;/Container&gt;</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&lt;/Navbar&gt;</a:t>
            </a:r>
          </a:p>
        </p:txBody>
      </p:sp>
      <p:sp>
        <p:nvSpPr>
          <p:cNvPr id="11" name="">
            <a:extLst xmlns:a="http://schemas.openxmlformats.org/drawingml/2006/main">
              <a:ext uri="{FF2B5EF4-FFF2-40B4-BE49-F238E27FC236}">
                <a16:creationId xmlns:a16="http://schemas.microsoft.com/office/drawing/2014/main" id="{15E35134-D027-49EC-A939-44BB71C50DBC}"/>
              </a:ext>
            </a:extLst>
          </p:cNvPr>
          <p:cNvSpPr>
            <a:spLocks xmlns:a="http://schemas.openxmlformats.org/drawingml/2006/main" noGrp="1"/>
          </p:cNvSpPr>
          <p:nvPr/>
        </p:nvSpPr>
        <p:spPr>
          <a:xfrm xmlns:a="http://schemas.openxmlformats.org/drawingml/2006/main">
            <a:off x="4048125" y="4029075"/>
            <a:ext cx="751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En teléfono: el botón ☰ abre la navegación. En pantalla amplia: se ven los enlaces.</a:t>
            </a:r>
          </a:p>
        </p:txBody>
      </p:sp>
      <p:sp>
        <p:nvSpPr>
          <p:cNvPr id="12" name="">
            <a:extLst xmlns:a="http://schemas.openxmlformats.org/drawingml/2006/main">
              <a:ext uri="{FF2B5EF4-FFF2-40B4-BE49-F238E27FC236}">
                <a16:creationId xmlns:a16="http://schemas.microsoft.com/office/drawing/2014/main" id="{3DBFCAC8-1B05-4EC7-9833-A6C463698F65}"/>
              </a:ext>
            </a:extLst>
          </p:cNvPr>
          <p:cNvSpPr>
            <a:spLocks xmlns:a="http://schemas.openxmlformats.org/drawingml/2006/main" noGrp="1"/>
          </p:cNvSpPr>
          <p:nvPr/>
        </p:nvSpPr>
        <p:spPr>
          <a:xfrm xmlns:a="http://schemas.openxmlformats.org/drawingml/2006/main">
            <a:off x="4048125" y="4686300"/>
            <a:ext cx="7515225" cy="1076325"/>
          </a:xfrm>
          <a:prstGeom xmlns:a="http://schemas.openxmlformats.org/drawingml/2006/main" prst="roundRect">
            <a:avLst>
              <a:gd name="adj" fmla="val 10619"/>
            </a:avLst>
          </a:prstGeom>
          <a:solidFill xmlns:a="http://schemas.openxmlformats.org/drawingml/2006/main">
            <a:srgbClr val="1F302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4B456F9-6B9A-4888-B58B-4A2EE0EDFC3B}"/>
              </a:ext>
            </a:extLst>
          </p:cNvPr>
          <p:cNvSpPr>
            <a:spLocks xmlns:a="http://schemas.openxmlformats.org/drawingml/2006/main" noGrp="1"/>
          </p:cNvSpPr>
          <p:nvPr/>
        </p:nvSpPr>
        <p:spPr>
          <a:xfrm xmlns:a="http://schemas.openxmlformats.org/drawingml/2006/main">
            <a:off x="4219575" y="4791075"/>
            <a:ext cx="71723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EL CATÁLOGO ACOMODA LAS TARJETAS AL ESPACIO</a:t>
            </a:r>
          </a:p>
        </p:txBody>
      </p:sp>
      <p:sp>
        <p:nvSpPr>
          <p:cNvPr id="14" name="">
            <a:extLst xmlns:a="http://schemas.openxmlformats.org/drawingml/2006/main">
              <a:ext uri="{FF2B5EF4-FFF2-40B4-BE49-F238E27FC236}">
                <a16:creationId xmlns:a16="http://schemas.microsoft.com/office/drawing/2014/main" id="{307B5F8D-E566-41CD-B347-4700F65C3A3D}"/>
              </a:ext>
            </a:extLst>
          </p:cNvPr>
          <p:cNvSpPr>
            <a:spLocks xmlns:a="http://schemas.openxmlformats.org/drawingml/2006/main" noGrp="1"/>
          </p:cNvSpPr>
          <p:nvPr/>
        </p:nvSpPr>
        <p:spPr>
          <a:xfrm xmlns:a="http://schemas.openxmlformats.org/drawingml/2006/main">
            <a:off x="4219575" y="5067300"/>
            <a:ext cx="71723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2F6F3"/>
                </a:solidFill>
                <a:latin typeface="Consolas"/>
                <a:ea typeface="Consolas"/>
                <a:cs typeface="Consolas"/>
              </a:defRPr>
            </a:defPPr>
            <a:lvl1pPr algn="l">
              <a:defRPr sz="1125" b="0">
                <a:solidFill>
                  <a:srgbClr val="F2F6F3"/>
                </a:solidFill>
                <a:latin typeface="Consolas"/>
                <a:ea typeface="Consolas"/>
                <a:cs typeface="Consolas"/>
              </a:defRPr>
            </a:lvl1pPr>
            <a:lvl2pPr algn="l">
              <a:defRPr sz="1125" b="0">
                <a:solidFill>
                  <a:srgbClr val="F2F6F3"/>
                </a:solidFill>
                <a:latin typeface="Consolas"/>
                <a:ea typeface="Consolas"/>
                <a:cs typeface="Consolas"/>
              </a:defRPr>
            </a:lvl2pPr>
            <a:lvl3pPr algn="l">
              <a:defRPr sz="1125" b="0">
                <a:solidFill>
                  <a:srgbClr val="F2F6F3"/>
                </a:solidFill>
                <a:latin typeface="Consolas"/>
                <a:ea typeface="Consolas"/>
                <a:cs typeface="Consolas"/>
              </a:defRPr>
            </a:lvl3pPr>
            <a:lvl4pPr algn="l">
              <a:defRPr sz="1125" b="0">
                <a:solidFill>
                  <a:srgbClr val="F2F6F3"/>
                </a:solidFill>
                <a:latin typeface="Consolas"/>
                <a:ea typeface="Consolas"/>
                <a:cs typeface="Consolas"/>
              </a:defRPr>
            </a:lvl4pPr>
            <a:lvl5pPr algn="l">
              <a:defRPr sz="1125" b="0">
                <a:solidFill>
                  <a:srgbClr val="F2F6F3"/>
                </a:solidFill>
                <a:latin typeface="Consolas"/>
                <a:ea typeface="Consolas"/>
                <a:cs typeface="Consolas"/>
              </a:defRPr>
            </a:lvl5pPr>
            <a:lvl6pPr algn="l">
              <a:defRPr sz="1125" b="0">
                <a:solidFill>
                  <a:srgbClr val="F2F6F3"/>
                </a:solidFill>
                <a:latin typeface="Consolas"/>
                <a:ea typeface="Consolas"/>
                <a:cs typeface="Consolas"/>
              </a:defRPr>
            </a:lvl6pPr>
            <a:lvl7pPr algn="l">
              <a:defRPr sz="1125" b="0">
                <a:solidFill>
                  <a:srgbClr val="F2F6F3"/>
                </a:solidFill>
                <a:latin typeface="Consolas"/>
                <a:ea typeface="Consolas"/>
                <a:cs typeface="Consolas"/>
              </a:defRPr>
            </a:lvl7pPr>
            <a:lvl8pPr algn="l">
              <a:defRPr sz="1125" b="0">
                <a:solidFill>
                  <a:srgbClr val="F2F6F3"/>
                </a:solidFill>
                <a:latin typeface="Consolas"/>
                <a:ea typeface="Consolas"/>
                <a:cs typeface="Consolas"/>
              </a:defRPr>
            </a:lvl8pPr>
            <a:lvl9pPr algn="l">
              <a:defRPr sz="1125" b="0">
                <a:solidFill>
                  <a:srgbClr val="F2F6F3"/>
                </a:solidFill>
                <a:latin typeface="Consolas"/>
                <a:ea typeface="Consolas"/>
                <a:cs typeface="Consolas"/>
              </a:defRPr>
            </a:lvl9pPr>
          </a:lstStyle>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grid-template-columns: repeat(auto-fill,</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minmax(min(230px, 100%), 1fr));</a:t>
            </a:r>
          </a:p>
        </p:txBody>
      </p:sp>
      <p:sp>
        <p:nvSpPr>
          <p:cNvPr id="15" name="">
            <a:extLst xmlns:a="http://schemas.openxmlformats.org/drawingml/2006/main">
              <a:ext uri="{FF2B5EF4-FFF2-40B4-BE49-F238E27FC236}">
                <a16:creationId xmlns:a16="http://schemas.microsoft.com/office/drawing/2014/main" id="{DD6CD9F1-DBDD-4C83-BAE7-0CD8752CF600}"/>
              </a:ext>
            </a:extLst>
          </p:cNvPr>
          <p:cNvSpPr>
            <a:spLocks xmlns:a="http://schemas.openxmlformats.org/drawingml/2006/main" noGrp="1"/>
          </p:cNvSpPr>
          <p:nvPr/>
        </p:nvSpPr>
        <p:spPr>
          <a:xfrm xmlns:a="http://schemas.openxmlformats.org/drawingml/2006/main">
            <a:off x="4048125" y="5857875"/>
            <a:ext cx="7515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A6B64"/>
                </a:solidFill>
                <a:latin typeface="Segoe UI"/>
                <a:ea typeface="Segoe UI"/>
                <a:cs typeface="Segoe UI"/>
              </a:defRPr>
            </a:defPPr>
            <a:lvl1pPr algn="l">
              <a:defRPr sz="1125" b="0">
                <a:solidFill>
                  <a:srgbClr val="5A6B64"/>
                </a:solidFill>
                <a:latin typeface="Segoe UI"/>
                <a:ea typeface="Segoe UI"/>
                <a:cs typeface="Segoe UI"/>
              </a:defRPr>
            </a:lvl1pPr>
            <a:lvl2pPr algn="l">
              <a:defRPr sz="1125" b="0">
                <a:solidFill>
                  <a:srgbClr val="5A6B64"/>
                </a:solidFill>
                <a:latin typeface="Segoe UI"/>
                <a:ea typeface="Segoe UI"/>
                <a:cs typeface="Segoe UI"/>
              </a:defRPr>
            </a:lvl2pPr>
            <a:lvl3pPr algn="l">
              <a:defRPr sz="1125" b="0">
                <a:solidFill>
                  <a:srgbClr val="5A6B64"/>
                </a:solidFill>
                <a:latin typeface="Segoe UI"/>
                <a:ea typeface="Segoe UI"/>
                <a:cs typeface="Segoe UI"/>
              </a:defRPr>
            </a:lvl3pPr>
            <a:lvl4pPr algn="l">
              <a:defRPr sz="1125" b="0">
                <a:solidFill>
                  <a:srgbClr val="5A6B64"/>
                </a:solidFill>
                <a:latin typeface="Segoe UI"/>
                <a:ea typeface="Segoe UI"/>
                <a:cs typeface="Segoe UI"/>
              </a:defRPr>
            </a:lvl4pPr>
            <a:lvl5pPr algn="l">
              <a:defRPr sz="1125" b="0">
                <a:solidFill>
                  <a:srgbClr val="5A6B64"/>
                </a:solidFill>
                <a:latin typeface="Segoe UI"/>
                <a:ea typeface="Segoe UI"/>
                <a:cs typeface="Segoe UI"/>
              </a:defRPr>
            </a:lvl5pPr>
            <a:lvl6pPr algn="l">
              <a:defRPr sz="1125" b="0">
                <a:solidFill>
                  <a:srgbClr val="5A6B64"/>
                </a:solidFill>
                <a:latin typeface="Segoe UI"/>
                <a:ea typeface="Segoe UI"/>
                <a:cs typeface="Segoe UI"/>
              </a:defRPr>
            </a:lvl6pPr>
            <a:lvl7pPr algn="l">
              <a:defRPr sz="1125" b="0">
                <a:solidFill>
                  <a:srgbClr val="5A6B64"/>
                </a:solidFill>
                <a:latin typeface="Segoe UI"/>
                <a:ea typeface="Segoe UI"/>
                <a:cs typeface="Segoe UI"/>
              </a:defRPr>
            </a:lvl7pPr>
            <a:lvl8pPr algn="l">
              <a:defRPr sz="1125" b="0">
                <a:solidFill>
                  <a:srgbClr val="5A6B64"/>
                </a:solidFill>
                <a:latin typeface="Segoe UI"/>
                <a:ea typeface="Segoe UI"/>
                <a:cs typeface="Segoe UI"/>
              </a:defRPr>
            </a:lvl8pPr>
            <a:lvl9pPr algn="l">
              <a:defRPr sz="1125" b="0">
                <a:solidFill>
                  <a:srgbClr val="5A6B64"/>
                </a:solidFill>
                <a:latin typeface="Segoe UI"/>
                <a:ea typeface="Segoe UI"/>
                <a:cs typeface="Segoe UI"/>
              </a:defRPr>
            </a:lvl9pPr>
          </a:lstStyle>
          <a:p xmlns:a="http://schemas.openxmlformats.org/drawingml/2006/main">
            <a:pPr algn="l">
              <a:defRPr sz="1125" b="0">
                <a:solidFill>
                  <a:srgbClr val="5A6B64"/>
                </a:solidFill>
                <a:latin typeface="Segoe UI"/>
                <a:ea typeface="Segoe UI"/>
                <a:cs typeface="Segoe UI"/>
              </a:defRPr>
            </a:pPr>
            <a:r>
              <a:rPr sz="1125" b="0">
                <a:solidFill>
                  <a:srgbClr val="5A6B64"/>
                </a:solidFill>
                <a:latin typeface="Segoe UI"/>
                <a:ea typeface="Segoe UI"/>
                <a:cs typeface="Segoe UI"/>
              </a:rPr>
              <a:t>Bootstrap da el menú y el contenedor; CSS Grid ordena los productos.</a:t>
            </a:r>
          </a:p>
        </p:txBody>
      </p:sp>
    </p:spTree>
    <p:extLst>
      <p:ext uri="{BB962C8B-B14F-4D97-AF65-F5344CB8AC3E}">
        <p14:creationId xmlns:p14="http://schemas.microsoft.com/office/powerpoint/2010/main" val="216266424"/>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7BDC364-D57E-457B-86C8-65DE65A8FFBB}"/>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RECORRIDO DE COMPRA</a:t>
            </a:r>
          </a:p>
        </p:txBody>
      </p:sp>
      <p:sp>
        <p:nvSpPr>
          <p:cNvPr id="2" name="">
            <a:extLst xmlns:a="http://schemas.openxmlformats.org/drawingml/2006/main">
              <a:ext uri="{FF2B5EF4-FFF2-40B4-BE49-F238E27FC236}">
                <a16:creationId xmlns:a16="http://schemas.microsoft.com/office/drawing/2014/main" id="{9F31F4AB-17EA-4A90-B6CD-133627E89F54}"/>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Las ofertas y el carrito mantienen el mismo precio</a:t>
            </a:r>
          </a:p>
        </p:txBody>
      </p:sp>
      <p:sp>
        <p:nvSpPr>
          <p:cNvPr id="3" name="">
            <a:extLst xmlns:a="http://schemas.openxmlformats.org/drawingml/2006/main">
              <a:ext uri="{FF2B5EF4-FFF2-40B4-BE49-F238E27FC236}">
                <a16:creationId xmlns:a16="http://schemas.microsoft.com/office/drawing/2014/main" id="{7F8EB1EA-FCE2-4705-A17E-00A753EBD2BC}"/>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C463C2-3F71-467A-AFF5-924E84F83022}"/>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06 · Veterinaria San Marcos</a:t>
            </a:r>
          </a:p>
        </p:txBody>
      </p:sp>
      <p:sp>
        <p:nvSpPr>
          <p:cNvPr id="5" name="">
            <a:extLst xmlns:a="http://schemas.openxmlformats.org/drawingml/2006/main">
              <a:ext uri="{FF2B5EF4-FFF2-40B4-BE49-F238E27FC236}">
                <a16:creationId xmlns:a16="http://schemas.microsoft.com/office/drawing/2014/main" id="{03D90F94-A98A-4161-AA01-DB7B3031E51C}"/>
              </a:ext>
            </a:extLst>
          </p:cNvPr>
          <p:cNvSpPr>
            <a:spLocks xmlns:a="http://schemas.openxmlformats.org/drawingml/2006/main" noGrp="1"/>
          </p:cNvSpPr>
          <p:nvPr/>
        </p:nvSpPr>
        <p:spPr>
          <a:xfrm xmlns:a="http://schemas.openxmlformats.org/drawingml/2006/main">
            <a:off x="628650" y="14954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23312C"/>
                </a:solidFill>
                <a:latin typeface="Segoe UI"/>
                <a:ea typeface="Segoe UI"/>
                <a:cs typeface="Segoe UI"/>
              </a:defRPr>
            </a:defPPr>
            <a:lvl1pPr algn="l">
              <a:defRPr sz="1500" b="0">
                <a:solidFill>
                  <a:srgbClr val="23312C"/>
                </a:solidFill>
                <a:latin typeface="Segoe UI"/>
                <a:ea typeface="Segoe UI"/>
                <a:cs typeface="Segoe UI"/>
              </a:defRPr>
            </a:lvl1pPr>
            <a:lvl2pPr algn="l">
              <a:defRPr sz="1500" b="0">
                <a:solidFill>
                  <a:srgbClr val="23312C"/>
                </a:solidFill>
                <a:latin typeface="Segoe UI"/>
                <a:ea typeface="Segoe UI"/>
                <a:cs typeface="Segoe UI"/>
              </a:defRPr>
            </a:lvl2pPr>
            <a:lvl3pPr algn="l">
              <a:defRPr sz="1500" b="0">
                <a:solidFill>
                  <a:srgbClr val="23312C"/>
                </a:solidFill>
                <a:latin typeface="Segoe UI"/>
                <a:ea typeface="Segoe UI"/>
                <a:cs typeface="Segoe UI"/>
              </a:defRPr>
            </a:lvl3pPr>
            <a:lvl4pPr algn="l">
              <a:defRPr sz="1500" b="0">
                <a:solidFill>
                  <a:srgbClr val="23312C"/>
                </a:solidFill>
                <a:latin typeface="Segoe UI"/>
                <a:ea typeface="Segoe UI"/>
                <a:cs typeface="Segoe UI"/>
              </a:defRPr>
            </a:lvl4pPr>
            <a:lvl5pPr algn="l">
              <a:defRPr sz="1500" b="0">
                <a:solidFill>
                  <a:srgbClr val="23312C"/>
                </a:solidFill>
                <a:latin typeface="Segoe UI"/>
                <a:ea typeface="Segoe UI"/>
                <a:cs typeface="Segoe UI"/>
              </a:defRPr>
            </a:lvl5pPr>
            <a:lvl6pPr algn="l">
              <a:defRPr sz="1500" b="0">
                <a:solidFill>
                  <a:srgbClr val="23312C"/>
                </a:solidFill>
                <a:latin typeface="Segoe UI"/>
                <a:ea typeface="Segoe UI"/>
                <a:cs typeface="Segoe UI"/>
              </a:defRPr>
            </a:lvl6pPr>
            <a:lvl7pPr algn="l">
              <a:defRPr sz="1500" b="0">
                <a:solidFill>
                  <a:srgbClr val="23312C"/>
                </a:solidFill>
                <a:latin typeface="Segoe UI"/>
                <a:ea typeface="Segoe UI"/>
                <a:cs typeface="Segoe UI"/>
              </a:defRPr>
            </a:lvl7pPr>
            <a:lvl8pPr algn="l">
              <a:defRPr sz="1500" b="0">
                <a:solidFill>
                  <a:srgbClr val="23312C"/>
                </a:solidFill>
                <a:latin typeface="Segoe UI"/>
                <a:ea typeface="Segoe UI"/>
                <a:cs typeface="Segoe UI"/>
              </a:defRPr>
            </a:lvl8pPr>
            <a:lvl9pPr algn="l">
              <a:defRPr sz="1500" b="0">
                <a:solidFill>
                  <a:srgbClr val="23312C"/>
                </a:solidFill>
                <a:latin typeface="Segoe UI"/>
                <a:ea typeface="Segoe UI"/>
                <a:cs typeface="Segoe UI"/>
              </a:defRPr>
            </a:lvl9pPr>
          </a:lstStyle>
          <a:p xmlns:a="http://schemas.openxmlformats.org/drawingml/2006/main">
            <a:pPr algn="l">
              <a:defRPr sz="1500" b="0">
                <a:solidFill>
                  <a:srgbClr val="23312C"/>
                </a:solidFill>
                <a:latin typeface="Segoe UI"/>
                <a:ea typeface="Segoe UI"/>
                <a:cs typeface="Segoe UI"/>
              </a:defRPr>
            </a:pPr>
            <a:r>
              <a:rPr sz="1500" b="0">
                <a:solidFill>
                  <a:srgbClr val="23312C"/>
                </a:solidFill>
                <a:latin typeface="Segoe UI"/>
                <a:ea typeface="Segoe UI"/>
                <a:cs typeface="Segoe UI"/>
              </a:rPr>
              <a:t>La página muestra un pedido de principio a fin, sin procesar un pago real.</a:t>
            </a:r>
          </a:p>
        </p:txBody>
      </p:sp>
      <p:sp>
        <p:nvSpPr>
          <p:cNvPr id="6" name="">
            <a:extLst xmlns:a="http://schemas.openxmlformats.org/drawingml/2006/main">
              <a:ext uri="{FF2B5EF4-FFF2-40B4-BE49-F238E27FC236}">
                <a16:creationId xmlns:a16="http://schemas.microsoft.com/office/drawing/2014/main" id="{F85E7E5B-1DBD-40FC-BB7E-C609203F14EC}"/>
              </a:ext>
            </a:extLst>
          </p:cNvPr>
          <p:cNvSpPr>
            <a:spLocks xmlns:a="http://schemas.openxmlformats.org/drawingml/2006/main" noGrp="1"/>
          </p:cNvSpPr>
          <p:nvPr/>
        </p:nvSpPr>
        <p:spPr>
          <a:xfrm xmlns:a="http://schemas.openxmlformats.org/drawingml/2006/main">
            <a:off x="628650" y="2152650"/>
            <a:ext cx="24003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FE7E3"/>
            </a:solidFill>
            <a:prstDash val="solid"/>
          </a:ln>
        </p:spPr>
      </p:sp>
      <p:sp>
        <p:nvSpPr>
          <p:cNvPr id="7" name="">
            <a:extLst xmlns:a="http://schemas.openxmlformats.org/drawingml/2006/main">
              <a:ext uri="{FF2B5EF4-FFF2-40B4-BE49-F238E27FC236}">
                <a16:creationId xmlns:a16="http://schemas.microsoft.com/office/drawing/2014/main" id="{6287DDD4-4966-47AE-9135-248DA7A3547D}"/>
              </a:ext>
            </a:extLst>
          </p:cNvPr>
          <p:cNvSpPr>
            <a:spLocks xmlns:a="http://schemas.openxmlformats.org/drawingml/2006/main" noGrp="1"/>
          </p:cNvSpPr>
          <p:nvPr/>
        </p:nvSpPr>
        <p:spPr>
          <a:xfrm xmlns:a="http://schemas.openxmlformats.org/drawingml/2006/main">
            <a:off x="781050" y="2266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1 · CATÁLOGO</a:t>
            </a:r>
          </a:p>
        </p:txBody>
      </p:sp>
      <p:sp>
        <p:nvSpPr>
          <p:cNvPr id="8" name="">
            <a:extLst xmlns:a="http://schemas.openxmlformats.org/drawingml/2006/main">
              <a:ext uri="{FF2B5EF4-FFF2-40B4-BE49-F238E27FC236}">
                <a16:creationId xmlns:a16="http://schemas.microsoft.com/office/drawing/2014/main" id="{C0C74D61-1884-4174-A37C-66066B11E935}"/>
              </a:ext>
            </a:extLst>
          </p:cNvPr>
          <p:cNvSpPr>
            <a:spLocks xmlns:a="http://schemas.openxmlformats.org/drawingml/2006/main" noGrp="1"/>
          </p:cNvSpPr>
          <p:nvPr/>
        </p:nvSpPr>
        <p:spPr>
          <a:xfrm xmlns:a="http://schemas.openxmlformats.org/drawingml/2006/main">
            <a:off x="781050" y="25717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Buscar o filtrar</a:t>
            </a:r>
          </a:p>
        </p:txBody>
      </p:sp>
      <p:sp>
        <p:nvSpPr>
          <p:cNvPr id="9" name="">
            <a:extLst xmlns:a="http://schemas.openxmlformats.org/drawingml/2006/main">
              <a:ext uri="{FF2B5EF4-FFF2-40B4-BE49-F238E27FC236}">
                <a16:creationId xmlns:a16="http://schemas.microsoft.com/office/drawing/2014/main" id="{05A0423B-8470-434E-B321-0F7D19B62F5F}"/>
              </a:ext>
            </a:extLst>
          </p:cNvPr>
          <p:cNvSpPr>
            <a:spLocks xmlns:a="http://schemas.openxmlformats.org/drawingml/2006/main" noGrp="1"/>
          </p:cNvSpPr>
          <p:nvPr/>
        </p:nvSpPr>
        <p:spPr>
          <a:xfrm xmlns:a="http://schemas.openxmlformats.org/drawingml/2006/main">
            <a:off x="3076575" y="24384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0" name="">
            <a:extLst xmlns:a="http://schemas.openxmlformats.org/drawingml/2006/main">
              <a:ext uri="{FF2B5EF4-FFF2-40B4-BE49-F238E27FC236}">
                <a16:creationId xmlns:a16="http://schemas.microsoft.com/office/drawing/2014/main" id="{6B075AFB-E3D4-4984-885C-DD5BF6BA19FE}"/>
              </a:ext>
            </a:extLst>
          </p:cNvPr>
          <p:cNvSpPr>
            <a:spLocks xmlns:a="http://schemas.openxmlformats.org/drawingml/2006/main" noGrp="1"/>
          </p:cNvSpPr>
          <p:nvPr/>
        </p:nvSpPr>
        <p:spPr>
          <a:xfrm xmlns:a="http://schemas.openxmlformats.org/drawingml/2006/main">
            <a:off x="3390900" y="2152650"/>
            <a:ext cx="2400300" cy="971550"/>
          </a:xfrm>
          <a:prstGeom xmlns:a="http://schemas.openxmlformats.org/drawingml/2006/main" prst="roundRect">
            <a:avLst>
              <a:gd name="adj" fmla="val 11765"/>
            </a:avLst>
          </a:prstGeom>
          <a:solidFill xmlns:a="http://schemas.openxmlformats.org/drawingml/2006/main">
            <a:srgbClr val="EAF3EE"/>
          </a:solidFill>
          <a:ln xmlns:a="http://schemas.openxmlformats.org/drawingml/2006/main" w="9525">
            <a:solidFill>
              <a:srgbClr val="DFE7E3"/>
            </a:solidFill>
            <a:prstDash val="solid"/>
          </a:ln>
        </p:spPr>
      </p:sp>
      <p:sp>
        <p:nvSpPr>
          <p:cNvPr id="11" name="">
            <a:extLst xmlns:a="http://schemas.openxmlformats.org/drawingml/2006/main">
              <a:ext uri="{FF2B5EF4-FFF2-40B4-BE49-F238E27FC236}">
                <a16:creationId xmlns:a16="http://schemas.microsoft.com/office/drawing/2014/main" id="{D7590909-6AD6-47FB-9808-F684D89D5BA6}"/>
              </a:ext>
            </a:extLst>
          </p:cNvPr>
          <p:cNvSpPr>
            <a:spLocks xmlns:a="http://schemas.openxmlformats.org/drawingml/2006/main" noGrp="1"/>
          </p:cNvSpPr>
          <p:nvPr/>
        </p:nvSpPr>
        <p:spPr>
          <a:xfrm xmlns:a="http://schemas.openxmlformats.org/drawingml/2006/main">
            <a:off x="3543300" y="2266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2 · OFERTA</a:t>
            </a:r>
          </a:p>
        </p:txBody>
      </p:sp>
      <p:sp>
        <p:nvSpPr>
          <p:cNvPr id="12" name="">
            <a:extLst xmlns:a="http://schemas.openxmlformats.org/drawingml/2006/main">
              <a:ext uri="{FF2B5EF4-FFF2-40B4-BE49-F238E27FC236}">
                <a16:creationId xmlns:a16="http://schemas.microsoft.com/office/drawing/2014/main" id="{5CA4566F-19F1-43A0-8E47-A37F68058314}"/>
              </a:ext>
            </a:extLst>
          </p:cNvPr>
          <p:cNvSpPr>
            <a:spLocks xmlns:a="http://schemas.openxmlformats.org/drawingml/2006/main" noGrp="1"/>
          </p:cNvSpPr>
          <p:nvPr/>
        </p:nvSpPr>
        <p:spPr>
          <a:xfrm xmlns:a="http://schemas.openxmlformats.org/drawingml/2006/main">
            <a:off x="3543300" y="25717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Aplicar 15% menos</a:t>
            </a:r>
          </a:p>
        </p:txBody>
      </p:sp>
      <p:sp>
        <p:nvSpPr>
          <p:cNvPr id="13" name="">
            <a:extLst xmlns:a="http://schemas.openxmlformats.org/drawingml/2006/main">
              <a:ext uri="{FF2B5EF4-FFF2-40B4-BE49-F238E27FC236}">
                <a16:creationId xmlns:a16="http://schemas.microsoft.com/office/drawing/2014/main" id="{0476CE17-0B4F-4881-A1D2-D2702AF3D44D}"/>
              </a:ext>
            </a:extLst>
          </p:cNvPr>
          <p:cNvSpPr>
            <a:spLocks xmlns:a="http://schemas.openxmlformats.org/drawingml/2006/main" noGrp="1"/>
          </p:cNvSpPr>
          <p:nvPr/>
        </p:nvSpPr>
        <p:spPr>
          <a:xfrm xmlns:a="http://schemas.openxmlformats.org/drawingml/2006/main">
            <a:off x="5838825" y="24384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4" name="">
            <a:extLst xmlns:a="http://schemas.openxmlformats.org/drawingml/2006/main">
              <a:ext uri="{FF2B5EF4-FFF2-40B4-BE49-F238E27FC236}">
                <a16:creationId xmlns:a16="http://schemas.microsoft.com/office/drawing/2014/main" id="{DC58EB30-2531-4D87-8727-07C3AF9919DB}"/>
              </a:ext>
            </a:extLst>
          </p:cNvPr>
          <p:cNvSpPr>
            <a:spLocks xmlns:a="http://schemas.openxmlformats.org/drawingml/2006/main" noGrp="1"/>
          </p:cNvSpPr>
          <p:nvPr/>
        </p:nvSpPr>
        <p:spPr>
          <a:xfrm xmlns:a="http://schemas.openxmlformats.org/drawingml/2006/main">
            <a:off x="6153150" y="2152650"/>
            <a:ext cx="24003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FE7E3"/>
            </a:solidFill>
            <a:prstDash val="solid"/>
          </a:ln>
        </p:spPr>
      </p:sp>
      <p:sp>
        <p:nvSpPr>
          <p:cNvPr id="15" name="">
            <a:extLst xmlns:a="http://schemas.openxmlformats.org/drawingml/2006/main">
              <a:ext uri="{FF2B5EF4-FFF2-40B4-BE49-F238E27FC236}">
                <a16:creationId xmlns:a16="http://schemas.microsoft.com/office/drawing/2014/main" id="{794CC350-0081-476D-B604-AEA0024FF2FA}"/>
              </a:ext>
            </a:extLst>
          </p:cNvPr>
          <p:cNvSpPr>
            <a:spLocks xmlns:a="http://schemas.openxmlformats.org/drawingml/2006/main" noGrp="1"/>
          </p:cNvSpPr>
          <p:nvPr/>
        </p:nvSpPr>
        <p:spPr>
          <a:xfrm xmlns:a="http://schemas.openxmlformats.org/drawingml/2006/main">
            <a:off x="6305550" y="2266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3 · CARRITO</a:t>
            </a:r>
          </a:p>
        </p:txBody>
      </p:sp>
      <p:sp>
        <p:nvSpPr>
          <p:cNvPr id="16" name="">
            <a:extLst xmlns:a="http://schemas.openxmlformats.org/drawingml/2006/main">
              <a:ext uri="{FF2B5EF4-FFF2-40B4-BE49-F238E27FC236}">
                <a16:creationId xmlns:a16="http://schemas.microsoft.com/office/drawing/2014/main" id="{640C508D-07D9-4FEB-99C5-7FC8F24F8B3A}"/>
              </a:ext>
            </a:extLst>
          </p:cNvPr>
          <p:cNvSpPr>
            <a:spLocks xmlns:a="http://schemas.openxmlformats.org/drawingml/2006/main" noGrp="1"/>
          </p:cNvSpPr>
          <p:nvPr/>
        </p:nvSpPr>
        <p:spPr>
          <a:xfrm xmlns:a="http://schemas.openxmlformats.org/drawingml/2006/main">
            <a:off x="6305550" y="25717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Revisar cantidad y subtotal</a:t>
            </a:r>
          </a:p>
        </p:txBody>
      </p:sp>
      <p:sp>
        <p:nvSpPr>
          <p:cNvPr id="17" name="">
            <a:extLst xmlns:a="http://schemas.openxmlformats.org/drawingml/2006/main">
              <a:ext uri="{FF2B5EF4-FFF2-40B4-BE49-F238E27FC236}">
                <a16:creationId xmlns:a16="http://schemas.microsoft.com/office/drawing/2014/main" id="{1159E169-A0D4-43B9-AE30-CDFF5FA9B3F1}"/>
              </a:ext>
            </a:extLst>
          </p:cNvPr>
          <p:cNvSpPr>
            <a:spLocks xmlns:a="http://schemas.openxmlformats.org/drawingml/2006/main" noGrp="1"/>
          </p:cNvSpPr>
          <p:nvPr/>
        </p:nvSpPr>
        <p:spPr>
          <a:xfrm xmlns:a="http://schemas.openxmlformats.org/drawingml/2006/main">
            <a:off x="8601075" y="243840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27A28"/>
                </a:solidFill>
                <a:latin typeface="Segoe UI"/>
                <a:ea typeface="Segoe UI"/>
                <a:cs typeface="Segoe UI"/>
              </a:defRPr>
            </a:defPPr>
            <a:lvl1pPr algn="ctr">
              <a:defRPr sz="1725" b="1">
                <a:solidFill>
                  <a:srgbClr val="E27A28"/>
                </a:solidFill>
                <a:latin typeface="Segoe UI"/>
                <a:ea typeface="Segoe UI"/>
                <a:cs typeface="Segoe UI"/>
              </a:defRPr>
            </a:lvl1pPr>
            <a:lvl2pPr algn="ctr">
              <a:defRPr sz="1725" b="1">
                <a:solidFill>
                  <a:srgbClr val="E27A28"/>
                </a:solidFill>
                <a:latin typeface="Segoe UI"/>
                <a:ea typeface="Segoe UI"/>
                <a:cs typeface="Segoe UI"/>
              </a:defRPr>
            </a:lvl2pPr>
            <a:lvl3pPr algn="ctr">
              <a:defRPr sz="1725" b="1">
                <a:solidFill>
                  <a:srgbClr val="E27A28"/>
                </a:solidFill>
                <a:latin typeface="Segoe UI"/>
                <a:ea typeface="Segoe UI"/>
                <a:cs typeface="Segoe UI"/>
              </a:defRPr>
            </a:lvl3pPr>
            <a:lvl4pPr algn="ctr">
              <a:defRPr sz="1725" b="1">
                <a:solidFill>
                  <a:srgbClr val="E27A28"/>
                </a:solidFill>
                <a:latin typeface="Segoe UI"/>
                <a:ea typeface="Segoe UI"/>
                <a:cs typeface="Segoe UI"/>
              </a:defRPr>
            </a:lvl4pPr>
            <a:lvl5pPr algn="ctr">
              <a:defRPr sz="1725" b="1">
                <a:solidFill>
                  <a:srgbClr val="E27A28"/>
                </a:solidFill>
                <a:latin typeface="Segoe UI"/>
                <a:ea typeface="Segoe UI"/>
                <a:cs typeface="Segoe UI"/>
              </a:defRPr>
            </a:lvl5pPr>
            <a:lvl6pPr algn="ctr">
              <a:defRPr sz="1725" b="1">
                <a:solidFill>
                  <a:srgbClr val="E27A28"/>
                </a:solidFill>
                <a:latin typeface="Segoe UI"/>
                <a:ea typeface="Segoe UI"/>
                <a:cs typeface="Segoe UI"/>
              </a:defRPr>
            </a:lvl6pPr>
            <a:lvl7pPr algn="ctr">
              <a:defRPr sz="1725" b="1">
                <a:solidFill>
                  <a:srgbClr val="E27A28"/>
                </a:solidFill>
                <a:latin typeface="Segoe UI"/>
                <a:ea typeface="Segoe UI"/>
                <a:cs typeface="Segoe UI"/>
              </a:defRPr>
            </a:lvl7pPr>
            <a:lvl8pPr algn="ctr">
              <a:defRPr sz="1725" b="1">
                <a:solidFill>
                  <a:srgbClr val="E27A28"/>
                </a:solidFill>
                <a:latin typeface="Segoe UI"/>
                <a:ea typeface="Segoe UI"/>
                <a:cs typeface="Segoe UI"/>
              </a:defRPr>
            </a:lvl8pPr>
            <a:lvl9pPr algn="ctr">
              <a:defRPr sz="1725" b="1">
                <a:solidFill>
                  <a:srgbClr val="E27A28"/>
                </a:solidFill>
                <a:latin typeface="Segoe UI"/>
                <a:ea typeface="Segoe UI"/>
                <a:cs typeface="Segoe UI"/>
              </a:defRPr>
            </a:lvl9pPr>
          </a:lstStyle>
          <a:p xmlns:a="http://schemas.openxmlformats.org/drawingml/2006/main">
            <a:pPr algn="ctr">
              <a:defRPr sz="1725" b="1">
                <a:solidFill>
                  <a:srgbClr val="E27A28"/>
                </a:solidFill>
                <a:latin typeface="Segoe UI"/>
                <a:ea typeface="Segoe UI"/>
                <a:cs typeface="Segoe UI"/>
              </a:defRPr>
            </a:pPr>
            <a:r>
              <a:rPr sz="1725" b="1">
                <a:solidFill>
                  <a:srgbClr val="E27A28"/>
                </a:solidFill>
                <a:latin typeface="Segoe UI"/>
                <a:ea typeface="Segoe UI"/>
                <a:cs typeface="Segoe UI"/>
              </a:rPr>
              <a:t>→</a:t>
            </a:r>
          </a:p>
        </p:txBody>
      </p:sp>
      <p:sp>
        <p:nvSpPr>
          <p:cNvPr id="18" name="">
            <a:extLst xmlns:a="http://schemas.openxmlformats.org/drawingml/2006/main">
              <a:ext uri="{FF2B5EF4-FFF2-40B4-BE49-F238E27FC236}">
                <a16:creationId xmlns:a16="http://schemas.microsoft.com/office/drawing/2014/main" id="{ADB412B8-0D53-4618-A441-883100BF4311}"/>
              </a:ext>
            </a:extLst>
          </p:cNvPr>
          <p:cNvSpPr>
            <a:spLocks xmlns:a="http://schemas.openxmlformats.org/drawingml/2006/main" noGrp="1"/>
          </p:cNvSpPr>
          <p:nvPr/>
        </p:nvSpPr>
        <p:spPr>
          <a:xfrm xmlns:a="http://schemas.openxmlformats.org/drawingml/2006/main">
            <a:off x="8915400" y="2152650"/>
            <a:ext cx="24003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FE7E3"/>
            </a:solidFill>
            <a:prstDash val="solid"/>
          </a:ln>
        </p:spPr>
      </p:sp>
      <p:sp>
        <p:nvSpPr>
          <p:cNvPr id="19" name="">
            <a:extLst xmlns:a="http://schemas.openxmlformats.org/drawingml/2006/main">
              <a:ext uri="{FF2B5EF4-FFF2-40B4-BE49-F238E27FC236}">
                <a16:creationId xmlns:a16="http://schemas.microsoft.com/office/drawing/2014/main" id="{E2BA2743-0144-4C4F-9B77-D39B7F22647F}"/>
              </a:ext>
            </a:extLst>
          </p:cNvPr>
          <p:cNvSpPr>
            <a:spLocks xmlns:a="http://schemas.openxmlformats.org/drawingml/2006/main" noGrp="1"/>
          </p:cNvSpPr>
          <p:nvPr/>
        </p:nvSpPr>
        <p:spPr>
          <a:xfrm xmlns:a="http://schemas.openxmlformats.org/drawingml/2006/main">
            <a:off x="9067800" y="2266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4 · PEDIDO</a:t>
            </a:r>
          </a:p>
        </p:txBody>
      </p:sp>
      <p:sp>
        <p:nvSpPr>
          <p:cNvPr id="20" name="">
            <a:extLst xmlns:a="http://schemas.openxmlformats.org/drawingml/2006/main">
              <a:ext uri="{FF2B5EF4-FFF2-40B4-BE49-F238E27FC236}">
                <a16:creationId xmlns:a16="http://schemas.microsoft.com/office/drawing/2014/main" id="{3DD681D6-A17F-43C0-A65E-5DAC571E1B5C}"/>
              </a:ext>
            </a:extLst>
          </p:cNvPr>
          <p:cNvSpPr>
            <a:spLocks xmlns:a="http://schemas.openxmlformats.org/drawingml/2006/main" noGrp="1"/>
          </p:cNvSpPr>
          <p:nvPr/>
        </p:nvSpPr>
        <p:spPr>
          <a:xfrm xmlns:a="http://schemas.openxmlformats.org/drawingml/2006/main">
            <a:off x="9067800" y="25717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05942"/>
                </a:solidFill>
                <a:latin typeface="Segoe UI"/>
                <a:ea typeface="Segoe UI"/>
                <a:cs typeface="Segoe UI"/>
              </a:defRPr>
            </a:defPPr>
            <a:lvl1pPr algn="l">
              <a:defRPr sz="1275" b="1">
                <a:solidFill>
                  <a:srgbClr val="205942"/>
                </a:solidFill>
                <a:latin typeface="Segoe UI"/>
                <a:ea typeface="Segoe UI"/>
                <a:cs typeface="Segoe UI"/>
              </a:defRPr>
            </a:lvl1pPr>
            <a:lvl2pPr algn="l">
              <a:defRPr sz="1275" b="1">
                <a:solidFill>
                  <a:srgbClr val="205942"/>
                </a:solidFill>
                <a:latin typeface="Segoe UI"/>
                <a:ea typeface="Segoe UI"/>
                <a:cs typeface="Segoe UI"/>
              </a:defRPr>
            </a:lvl2pPr>
            <a:lvl3pPr algn="l">
              <a:defRPr sz="1275" b="1">
                <a:solidFill>
                  <a:srgbClr val="205942"/>
                </a:solidFill>
                <a:latin typeface="Segoe UI"/>
                <a:ea typeface="Segoe UI"/>
                <a:cs typeface="Segoe UI"/>
              </a:defRPr>
            </a:lvl3pPr>
            <a:lvl4pPr algn="l">
              <a:defRPr sz="1275" b="1">
                <a:solidFill>
                  <a:srgbClr val="205942"/>
                </a:solidFill>
                <a:latin typeface="Segoe UI"/>
                <a:ea typeface="Segoe UI"/>
                <a:cs typeface="Segoe UI"/>
              </a:defRPr>
            </a:lvl4pPr>
            <a:lvl5pPr algn="l">
              <a:defRPr sz="1275" b="1">
                <a:solidFill>
                  <a:srgbClr val="205942"/>
                </a:solidFill>
                <a:latin typeface="Segoe UI"/>
                <a:ea typeface="Segoe UI"/>
                <a:cs typeface="Segoe UI"/>
              </a:defRPr>
            </a:lvl5pPr>
            <a:lvl6pPr algn="l">
              <a:defRPr sz="1275" b="1">
                <a:solidFill>
                  <a:srgbClr val="205942"/>
                </a:solidFill>
                <a:latin typeface="Segoe UI"/>
                <a:ea typeface="Segoe UI"/>
                <a:cs typeface="Segoe UI"/>
              </a:defRPr>
            </a:lvl6pPr>
            <a:lvl7pPr algn="l">
              <a:defRPr sz="1275" b="1">
                <a:solidFill>
                  <a:srgbClr val="205942"/>
                </a:solidFill>
                <a:latin typeface="Segoe UI"/>
                <a:ea typeface="Segoe UI"/>
                <a:cs typeface="Segoe UI"/>
              </a:defRPr>
            </a:lvl7pPr>
            <a:lvl8pPr algn="l">
              <a:defRPr sz="1275" b="1">
                <a:solidFill>
                  <a:srgbClr val="205942"/>
                </a:solidFill>
                <a:latin typeface="Segoe UI"/>
                <a:ea typeface="Segoe UI"/>
                <a:cs typeface="Segoe UI"/>
              </a:defRPr>
            </a:lvl8pPr>
            <a:lvl9pPr algn="l">
              <a:defRPr sz="1275" b="1">
                <a:solidFill>
                  <a:srgbClr val="205942"/>
                </a:solidFill>
                <a:latin typeface="Segoe UI"/>
                <a:ea typeface="Segoe UI"/>
                <a:cs typeface="Segoe UI"/>
              </a:defRPr>
            </a:lvl9pPr>
          </a:lstStyle>
          <a:p xmlns:a="http://schemas.openxmlformats.org/drawingml/2006/main">
            <a:pPr algn="l">
              <a:defRPr sz="1275" b="1">
                <a:solidFill>
                  <a:srgbClr val="205942"/>
                </a:solidFill>
                <a:latin typeface="Segoe UI"/>
                <a:ea typeface="Segoe UI"/>
                <a:cs typeface="Segoe UI"/>
              </a:defRPr>
            </a:pPr>
            <a:r>
              <a:rPr sz="1275" b="1">
                <a:solidFill>
                  <a:srgbClr val="205942"/>
                </a:solidFill>
                <a:latin typeface="Segoe UI"/>
                <a:ea typeface="Segoe UI"/>
                <a:cs typeface="Segoe UI"/>
              </a:rPr>
              <a:t>Ver resultado de muestra</a:t>
            </a:r>
          </a:p>
        </p:txBody>
      </p:sp>
      <p:sp>
        <p:nvSpPr>
          <p:cNvPr id="21" name="">
            <a:extLst xmlns:a="http://schemas.openxmlformats.org/drawingml/2006/main">
              <a:ext uri="{FF2B5EF4-FFF2-40B4-BE49-F238E27FC236}">
                <a16:creationId xmlns:a16="http://schemas.microsoft.com/office/drawing/2014/main" id="{1E724CC5-79CB-4C6F-A03C-E6634DCA98C7}"/>
              </a:ext>
            </a:extLst>
          </p:cNvPr>
          <p:cNvSpPr>
            <a:spLocks xmlns:a="http://schemas.openxmlformats.org/drawingml/2006/main" noGrp="1"/>
          </p:cNvSpPr>
          <p:nvPr/>
        </p:nvSpPr>
        <p:spPr>
          <a:xfrm xmlns:a="http://schemas.openxmlformats.org/drawingml/2006/main">
            <a:off x="628650" y="3495675"/>
            <a:ext cx="6572250" cy="1304925"/>
          </a:xfrm>
          <a:prstGeom xmlns:a="http://schemas.openxmlformats.org/drawingml/2006/main" prst="roundRect">
            <a:avLst>
              <a:gd name="adj" fmla="val 8759"/>
            </a:avLst>
          </a:prstGeom>
          <a:solidFill xmlns:a="http://schemas.openxmlformats.org/drawingml/2006/main">
            <a:srgbClr val="1F302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749F2FC-130B-4F04-9E27-A36BA505B6E0}"/>
              </a:ext>
            </a:extLst>
          </p:cNvPr>
          <p:cNvSpPr>
            <a:spLocks xmlns:a="http://schemas.openxmlformats.org/drawingml/2006/main" noGrp="1"/>
          </p:cNvSpPr>
          <p:nvPr/>
        </p:nvSpPr>
        <p:spPr>
          <a:xfrm xmlns:a="http://schemas.openxmlformats.org/drawingml/2006/main">
            <a:off x="800100" y="3600450"/>
            <a:ext cx="6229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LA REGLA DEL 15% · SRC/DATA/OFERTAS.JS</a:t>
            </a:r>
          </a:p>
        </p:txBody>
      </p:sp>
      <p:sp>
        <p:nvSpPr>
          <p:cNvPr id="23" name="">
            <a:extLst xmlns:a="http://schemas.openxmlformats.org/drawingml/2006/main">
              <a:ext uri="{FF2B5EF4-FFF2-40B4-BE49-F238E27FC236}">
                <a16:creationId xmlns:a16="http://schemas.microsoft.com/office/drawing/2014/main" id="{CC1CED4E-8083-4F4A-AB45-DA4BCD9FE911}"/>
              </a:ext>
            </a:extLst>
          </p:cNvPr>
          <p:cNvSpPr>
            <a:spLocks xmlns:a="http://schemas.openxmlformats.org/drawingml/2006/main" noGrp="1"/>
          </p:cNvSpPr>
          <p:nvPr/>
        </p:nvSpPr>
        <p:spPr>
          <a:xfrm xmlns:a="http://schemas.openxmlformats.org/drawingml/2006/main">
            <a:off x="800100" y="3876675"/>
            <a:ext cx="6229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2F6F3"/>
                </a:solidFill>
                <a:latin typeface="Consolas"/>
                <a:ea typeface="Consolas"/>
                <a:cs typeface="Consolas"/>
              </a:defRPr>
            </a:defPPr>
            <a:lvl1pPr algn="l">
              <a:defRPr sz="1200" b="0">
                <a:solidFill>
                  <a:srgbClr val="F2F6F3"/>
                </a:solidFill>
                <a:latin typeface="Consolas"/>
                <a:ea typeface="Consolas"/>
                <a:cs typeface="Consolas"/>
              </a:defRPr>
            </a:lvl1pPr>
            <a:lvl2pPr algn="l">
              <a:defRPr sz="1200" b="0">
                <a:solidFill>
                  <a:srgbClr val="F2F6F3"/>
                </a:solidFill>
                <a:latin typeface="Consolas"/>
                <a:ea typeface="Consolas"/>
                <a:cs typeface="Consolas"/>
              </a:defRPr>
            </a:lvl2pPr>
            <a:lvl3pPr algn="l">
              <a:defRPr sz="1200" b="0">
                <a:solidFill>
                  <a:srgbClr val="F2F6F3"/>
                </a:solidFill>
                <a:latin typeface="Consolas"/>
                <a:ea typeface="Consolas"/>
                <a:cs typeface="Consolas"/>
              </a:defRPr>
            </a:lvl3pPr>
            <a:lvl4pPr algn="l">
              <a:defRPr sz="1200" b="0">
                <a:solidFill>
                  <a:srgbClr val="F2F6F3"/>
                </a:solidFill>
                <a:latin typeface="Consolas"/>
                <a:ea typeface="Consolas"/>
                <a:cs typeface="Consolas"/>
              </a:defRPr>
            </a:lvl4pPr>
            <a:lvl5pPr algn="l">
              <a:defRPr sz="1200" b="0">
                <a:solidFill>
                  <a:srgbClr val="F2F6F3"/>
                </a:solidFill>
                <a:latin typeface="Consolas"/>
                <a:ea typeface="Consolas"/>
                <a:cs typeface="Consolas"/>
              </a:defRPr>
            </a:lvl5pPr>
            <a:lvl6pPr algn="l">
              <a:defRPr sz="1200" b="0">
                <a:solidFill>
                  <a:srgbClr val="F2F6F3"/>
                </a:solidFill>
                <a:latin typeface="Consolas"/>
                <a:ea typeface="Consolas"/>
                <a:cs typeface="Consolas"/>
              </a:defRPr>
            </a:lvl6pPr>
            <a:lvl7pPr algn="l">
              <a:defRPr sz="1200" b="0">
                <a:solidFill>
                  <a:srgbClr val="F2F6F3"/>
                </a:solidFill>
                <a:latin typeface="Consolas"/>
                <a:ea typeface="Consolas"/>
                <a:cs typeface="Consolas"/>
              </a:defRPr>
            </a:lvl7pPr>
            <a:lvl8pPr algn="l">
              <a:defRPr sz="1200" b="0">
                <a:solidFill>
                  <a:srgbClr val="F2F6F3"/>
                </a:solidFill>
                <a:latin typeface="Consolas"/>
                <a:ea typeface="Consolas"/>
                <a:cs typeface="Consolas"/>
              </a:defRPr>
            </a:lvl8pPr>
            <a:lvl9pPr algn="l">
              <a:defRPr sz="1200" b="0">
                <a:solidFill>
                  <a:srgbClr val="F2F6F3"/>
                </a:solidFill>
                <a:latin typeface="Consolas"/>
                <a:ea typeface="Consolas"/>
                <a:cs typeface="Consolas"/>
              </a:defRPr>
            </a:lvl9pPr>
          </a:lstStyle>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const precioOriginal = producto.precioOriginal ?? producto.precio</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precio: Math.round(precioOriginal * 0.85)</a:t>
            </a:r>
          </a:p>
        </p:txBody>
      </p:sp>
      <p:pic>
        <p:nvPicPr>
          <p:cNvPr id="24" name="">
            <a:extLst xmlns:a="http://schemas.openxmlformats.org/drawingml/2006/main">
              <a:ext uri="{FF2B5EF4-FFF2-40B4-BE49-F238E27FC236}">
                <a16:creationId xmlns:a16="http://schemas.microsoft.com/office/drawing/2014/main" id="{018B3853-B598-4A4B-9FC4-54BA31E9E416}"/>
              </a:ext>
            </a:extLst>
          </p:cNvPr>
          <p:cNvPicPr>
            <a:picLocks xmlns:a="http://schemas.openxmlformats.org/drawingml/2006/main" noChangeAspect="1"/>
          </p:cNvPicPr>
          <p:nvPr/>
        </p:nvPicPr>
        <p:blipFill>
          <a:blip xmlns:r="http://schemas.openxmlformats.org/officeDocument/2006/relationships" xmlns:a="http://schemas.openxmlformats.org/drawingml/2006/main" r:embed="Re59fe4bf9fc04bbe"/>
          <a:srcRect xmlns:a="http://schemas.openxmlformats.org/drawingml/2006/main" l="14" t="0" r="14" b="0"/>
          <a:stretch xmlns:a="http://schemas.openxmlformats.org/drawingml/2006/main">
            <a:fillRect l="0" t="0" r="0" b="0"/>
          </a:stretch>
        </p:blipFill>
        <p:spPr>
          <a:xfrm xmlns:a="http://schemas.openxmlformats.org/drawingml/2006/main">
            <a:off x="8134350" y="3381375"/>
            <a:ext cx="2857500" cy="2266950"/>
          </a:xfrm>
          <a:prstGeom xmlns:a="http://schemas.openxmlformats.org/drawingml/2006/main" prst="roundRect">
            <a:avLst>
              <a:gd name="adj" fmla="val 7563"/>
            </a:avLst>
          </a:prstGeom>
        </p:spPr>
      </p:pic>
      <p:sp>
        <p:nvSpPr>
          <p:cNvPr id="25" name="">
            <a:extLst xmlns:a="http://schemas.openxmlformats.org/drawingml/2006/main">
              <a:ext uri="{FF2B5EF4-FFF2-40B4-BE49-F238E27FC236}">
                <a16:creationId xmlns:a16="http://schemas.microsoft.com/office/drawing/2014/main" id="{C34B9D4E-B37F-4AF6-8CA9-FAD407A961F8}"/>
              </a:ext>
            </a:extLst>
          </p:cNvPr>
          <p:cNvSpPr>
            <a:spLocks xmlns:a="http://schemas.openxmlformats.org/drawingml/2006/main" noGrp="1"/>
          </p:cNvSpPr>
          <p:nvPr/>
        </p:nvSpPr>
        <p:spPr>
          <a:xfrm xmlns:a="http://schemas.openxmlformats.org/drawingml/2006/main">
            <a:off x="628650" y="5010150"/>
            <a:ext cx="180975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25D3097-83B7-4251-AB68-33BB67AD24C5}"/>
              </a:ext>
            </a:extLst>
          </p:cNvPr>
          <p:cNvSpPr>
            <a:spLocks xmlns:a="http://schemas.openxmlformats.org/drawingml/2006/main" noGrp="1"/>
          </p:cNvSpPr>
          <p:nvPr/>
        </p:nvSpPr>
        <p:spPr>
          <a:xfrm xmlns:a="http://schemas.openxmlformats.org/drawingml/2006/main">
            <a:off x="704850" y="501967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A6B64"/>
                </a:solidFill>
                <a:latin typeface="Segoe UI"/>
                <a:ea typeface="Segoe UI"/>
                <a:cs typeface="Segoe UI"/>
              </a:defRPr>
            </a:defPPr>
            <a:lvl1pPr algn="ctr">
              <a:defRPr sz="1050" b="1">
                <a:solidFill>
                  <a:srgbClr val="5A6B64"/>
                </a:solidFill>
                <a:latin typeface="Segoe UI"/>
                <a:ea typeface="Segoe UI"/>
                <a:cs typeface="Segoe UI"/>
              </a:defRPr>
            </a:lvl1pPr>
            <a:lvl2pPr algn="ctr">
              <a:defRPr sz="1050" b="1">
                <a:solidFill>
                  <a:srgbClr val="5A6B64"/>
                </a:solidFill>
                <a:latin typeface="Segoe UI"/>
                <a:ea typeface="Segoe UI"/>
                <a:cs typeface="Segoe UI"/>
              </a:defRPr>
            </a:lvl2pPr>
            <a:lvl3pPr algn="ctr">
              <a:defRPr sz="1050" b="1">
                <a:solidFill>
                  <a:srgbClr val="5A6B64"/>
                </a:solidFill>
                <a:latin typeface="Segoe UI"/>
                <a:ea typeface="Segoe UI"/>
                <a:cs typeface="Segoe UI"/>
              </a:defRPr>
            </a:lvl3pPr>
            <a:lvl4pPr algn="ctr">
              <a:defRPr sz="1050" b="1">
                <a:solidFill>
                  <a:srgbClr val="5A6B64"/>
                </a:solidFill>
                <a:latin typeface="Segoe UI"/>
                <a:ea typeface="Segoe UI"/>
                <a:cs typeface="Segoe UI"/>
              </a:defRPr>
            </a:lvl4pPr>
            <a:lvl5pPr algn="ctr">
              <a:defRPr sz="1050" b="1">
                <a:solidFill>
                  <a:srgbClr val="5A6B64"/>
                </a:solidFill>
                <a:latin typeface="Segoe UI"/>
                <a:ea typeface="Segoe UI"/>
                <a:cs typeface="Segoe UI"/>
              </a:defRPr>
            </a:lvl5pPr>
            <a:lvl6pPr algn="ctr">
              <a:defRPr sz="1050" b="1">
                <a:solidFill>
                  <a:srgbClr val="5A6B64"/>
                </a:solidFill>
                <a:latin typeface="Segoe UI"/>
                <a:ea typeface="Segoe UI"/>
                <a:cs typeface="Segoe UI"/>
              </a:defRPr>
            </a:lvl6pPr>
            <a:lvl7pPr algn="ctr">
              <a:defRPr sz="1050" b="1">
                <a:solidFill>
                  <a:srgbClr val="5A6B64"/>
                </a:solidFill>
                <a:latin typeface="Segoe UI"/>
                <a:ea typeface="Segoe UI"/>
                <a:cs typeface="Segoe UI"/>
              </a:defRPr>
            </a:lvl7pPr>
            <a:lvl8pPr algn="ctr">
              <a:defRPr sz="1050" b="1">
                <a:solidFill>
                  <a:srgbClr val="5A6B64"/>
                </a:solidFill>
                <a:latin typeface="Segoe UI"/>
                <a:ea typeface="Segoe UI"/>
                <a:cs typeface="Segoe UI"/>
              </a:defRPr>
            </a:lvl8pPr>
            <a:lvl9pPr algn="ctr">
              <a:defRPr sz="1050" b="1">
                <a:solidFill>
                  <a:srgbClr val="5A6B64"/>
                </a:solidFill>
                <a:latin typeface="Segoe UI"/>
                <a:ea typeface="Segoe UI"/>
                <a:cs typeface="Segoe UI"/>
              </a:defRPr>
            </a:lvl9pPr>
          </a:lstStyle>
          <a:p xmlns:a="http://schemas.openxmlformats.org/drawingml/2006/main">
            <a:pPr algn="ctr">
              <a:defRPr sz="1050" b="1">
                <a:solidFill>
                  <a:srgbClr val="5A6B64"/>
                </a:solidFill>
                <a:latin typeface="Segoe UI"/>
                <a:ea typeface="Segoe UI"/>
                <a:cs typeface="Segoe UI"/>
              </a:defRPr>
            </a:pPr>
            <a:r>
              <a:rPr sz="1050" b="1">
                <a:solidFill>
                  <a:srgbClr val="5A6B64"/>
                </a:solidFill>
                <a:latin typeface="Segoe UI"/>
                <a:ea typeface="Segoe UI"/>
                <a:cs typeface="Segoe UI"/>
              </a:rPr>
              <a:t>ANTES  $12.000</a:t>
            </a:r>
          </a:p>
        </p:txBody>
      </p:sp>
      <p:sp>
        <p:nvSpPr>
          <p:cNvPr id="27" name="">
            <a:extLst xmlns:a="http://schemas.openxmlformats.org/drawingml/2006/main">
              <a:ext uri="{FF2B5EF4-FFF2-40B4-BE49-F238E27FC236}">
                <a16:creationId xmlns:a16="http://schemas.microsoft.com/office/drawing/2014/main" id="{4207E13F-E2BA-4120-83FB-9078B0B535D8}"/>
              </a:ext>
            </a:extLst>
          </p:cNvPr>
          <p:cNvSpPr>
            <a:spLocks xmlns:a="http://schemas.openxmlformats.org/drawingml/2006/main" noGrp="1"/>
          </p:cNvSpPr>
          <p:nvPr/>
        </p:nvSpPr>
        <p:spPr>
          <a:xfrm xmlns:a="http://schemas.openxmlformats.org/drawingml/2006/main">
            <a:off x="2609850" y="5010150"/>
            <a:ext cx="200025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F2BE333-34F9-419E-BB06-A73FE9610ACB}"/>
              </a:ext>
            </a:extLst>
          </p:cNvPr>
          <p:cNvSpPr>
            <a:spLocks xmlns:a="http://schemas.openxmlformats.org/drawingml/2006/main" noGrp="1"/>
          </p:cNvSpPr>
          <p:nvPr/>
        </p:nvSpPr>
        <p:spPr>
          <a:xfrm xmlns:a="http://schemas.openxmlformats.org/drawingml/2006/main">
            <a:off x="2686050" y="5019675"/>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AHORA  $10.200</a:t>
            </a:r>
          </a:p>
        </p:txBody>
      </p:sp>
      <p:sp>
        <p:nvSpPr>
          <p:cNvPr id="29" name="">
            <a:extLst xmlns:a="http://schemas.openxmlformats.org/drawingml/2006/main">
              <a:ext uri="{FF2B5EF4-FFF2-40B4-BE49-F238E27FC236}">
                <a16:creationId xmlns:a16="http://schemas.microsoft.com/office/drawing/2014/main" id="{8D099C0C-CD3B-48F9-81FC-29B859475BF7}"/>
              </a:ext>
            </a:extLst>
          </p:cNvPr>
          <p:cNvSpPr>
            <a:spLocks xmlns:a="http://schemas.openxmlformats.org/drawingml/2006/main" noGrp="1"/>
          </p:cNvSpPr>
          <p:nvPr/>
        </p:nvSpPr>
        <p:spPr>
          <a:xfrm xmlns:a="http://schemas.openxmlformats.org/drawingml/2006/main">
            <a:off x="628650" y="55149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A6B64"/>
                </a:solidFill>
                <a:latin typeface="Segoe UI"/>
                <a:ea typeface="Segoe UI"/>
                <a:cs typeface="Segoe UI"/>
              </a:defRPr>
            </a:defPPr>
            <a:lvl1pPr algn="l">
              <a:defRPr sz="1275" b="0">
                <a:solidFill>
                  <a:srgbClr val="5A6B64"/>
                </a:solidFill>
                <a:latin typeface="Segoe UI"/>
                <a:ea typeface="Segoe UI"/>
                <a:cs typeface="Segoe UI"/>
              </a:defRPr>
            </a:lvl1pPr>
            <a:lvl2pPr algn="l">
              <a:defRPr sz="1275" b="0">
                <a:solidFill>
                  <a:srgbClr val="5A6B64"/>
                </a:solidFill>
                <a:latin typeface="Segoe UI"/>
                <a:ea typeface="Segoe UI"/>
                <a:cs typeface="Segoe UI"/>
              </a:defRPr>
            </a:lvl2pPr>
            <a:lvl3pPr algn="l">
              <a:defRPr sz="1275" b="0">
                <a:solidFill>
                  <a:srgbClr val="5A6B64"/>
                </a:solidFill>
                <a:latin typeface="Segoe UI"/>
                <a:ea typeface="Segoe UI"/>
                <a:cs typeface="Segoe UI"/>
              </a:defRPr>
            </a:lvl3pPr>
            <a:lvl4pPr algn="l">
              <a:defRPr sz="1275" b="0">
                <a:solidFill>
                  <a:srgbClr val="5A6B64"/>
                </a:solidFill>
                <a:latin typeface="Segoe UI"/>
                <a:ea typeface="Segoe UI"/>
                <a:cs typeface="Segoe UI"/>
              </a:defRPr>
            </a:lvl4pPr>
            <a:lvl5pPr algn="l">
              <a:defRPr sz="1275" b="0">
                <a:solidFill>
                  <a:srgbClr val="5A6B64"/>
                </a:solidFill>
                <a:latin typeface="Segoe UI"/>
                <a:ea typeface="Segoe UI"/>
                <a:cs typeface="Segoe UI"/>
              </a:defRPr>
            </a:lvl5pPr>
            <a:lvl6pPr algn="l">
              <a:defRPr sz="1275" b="0">
                <a:solidFill>
                  <a:srgbClr val="5A6B64"/>
                </a:solidFill>
                <a:latin typeface="Segoe UI"/>
                <a:ea typeface="Segoe UI"/>
                <a:cs typeface="Segoe UI"/>
              </a:defRPr>
            </a:lvl6pPr>
            <a:lvl7pPr algn="l">
              <a:defRPr sz="1275" b="0">
                <a:solidFill>
                  <a:srgbClr val="5A6B64"/>
                </a:solidFill>
                <a:latin typeface="Segoe UI"/>
                <a:ea typeface="Segoe UI"/>
                <a:cs typeface="Segoe UI"/>
              </a:defRPr>
            </a:lvl7pPr>
            <a:lvl8pPr algn="l">
              <a:defRPr sz="1275" b="0">
                <a:solidFill>
                  <a:srgbClr val="5A6B64"/>
                </a:solidFill>
                <a:latin typeface="Segoe UI"/>
                <a:ea typeface="Segoe UI"/>
                <a:cs typeface="Segoe UI"/>
              </a:defRPr>
            </a:lvl8pPr>
            <a:lvl9pPr algn="l">
              <a:defRPr sz="1275" b="0">
                <a:solidFill>
                  <a:srgbClr val="5A6B64"/>
                </a:solidFill>
                <a:latin typeface="Segoe UI"/>
                <a:ea typeface="Segoe UI"/>
                <a:cs typeface="Segoe UI"/>
              </a:defRPr>
            </a:lvl9pPr>
          </a:lstStyle>
          <a:p xmlns:a="http://schemas.openxmlformats.org/drawingml/2006/main">
            <a:pPr algn="l">
              <a:defRPr sz="1275" b="0">
                <a:solidFill>
                  <a:srgbClr val="5A6B64"/>
                </a:solidFill>
                <a:latin typeface="Segoe UI"/>
                <a:ea typeface="Segoe UI"/>
                <a:cs typeface="Segoe UI"/>
              </a:defRPr>
            </a:pPr>
            <a:r>
              <a:rPr sz="1275" b="0">
                <a:solidFill>
                  <a:srgbClr val="5A6B64"/>
                </a:solidFill>
                <a:latin typeface="Segoe UI"/>
                <a:ea typeface="Segoe UI"/>
                <a:cs typeface="Segoe UI"/>
              </a:rPr>
              <a:t>0.85 conserva el 85% del precio: equivale a descontar el 15%.</a:t>
            </a:r>
          </a:p>
        </p:txBody>
      </p:sp>
    </p:spTree>
    <p:extLst>
      <p:ext uri="{BB962C8B-B14F-4D97-AF65-F5344CB8AC3E}">
        <p14:creationId xmlns:p14="http://schemas.microsoft.com/office/powerpoint/2010/main" val="1069198139"/>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A899DA0-3EBF-4315-A16E-E263DA831DC5}"/>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FORMULARIOS Y ADMINISTRACIÓN</a:t>
            </a:r>
          </a:p>
        </p:txBody>
      </p:sp>
      <p:sp>
        <p:nvSpPr>
          <p:cNvPr id="2" name="">
            <a:extLst xmlns:a="http://schemas.openxmlformats.org/drawingml/2006/main">
              <a:ext uri="{FF2B5EF4-FFF2-40B4-BE49-F238E27FC236}">
                <a16:creationId xmlns:a16="http://schemas.microsoft.com/office/drawing/2014/main" id="{D1B3C93A-257F-40F0-844D-09F1544C56A4}"/>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Los formularios validan; el panel permite editar el catálogo</a:t>
            </a:r>
          </a:p>
        </p:txBody>
      </p:sp>
      <p:sp>
        <p:nvSpPr>
          <p:cNvPr id="3" name="">
            <a:extLst xmlns:a="http://schemas.openxmlformats.org/drawingml/2006/main">
              <a:ext uri="{FF2B5EF4-FFF2-40B4-BE49-F238E27FC236}">
                <a16:creationId xmlns:a16="http://schemas.microsoft.com/office/drawing/2014/main" id="{9739A4A6-9B52-49DE-8D97-026EB9409F1F}"/>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BFF684-7144-42DA-851A-B9585878F75A}"/>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07 · Veterinaria San Marcos</a:t>
            </a:r>
          </a:p>
        </p:txBody>
      </p:sp>
      <p:sp>
        <p:nvSpPr>
          <p:cNvPr id="5" name="">
            <a:extLst xmlns:a="http://schemas.openxmlformats.org/drawingml/2006/main">
              <a:ext uri="{FF2B5EF4-FFF2-40B4-BE49-F238E27FC236}">
                <a16:creationId xmlns:a16="http://schemas.microsoft.com/office/drawing/2014/main" id="{9947253B-9E20-40A4-BC80-891802B3D2E0}"/>
              </a:ext>
            </a:extLst>
          </p:cNvPr>
          <p:cNvSpPr>
            <a:spLocks xmlns:a="http://schemas.openxmlformats.org/drawingml/2006/main" noGrp="1"/>
          </p:cNvSpPr>
          <p:nvPr/>
        </p:nvSpPr>
        <p:spPr>
          <a:xfrm xmlns:a="http://schemas.openxmlformats.org/drawingml/2006/main">
            <a:off x="628650" y="1619250"/>
            <a:ext cx="5048250" cy="1666875"/>
          </a:xfrm>
          <a:prstGeom xmlns:a="http://schemas.openxmlformats.org/drawingml/2006/main" prst="roundRect">
            <a:avLst>
              <a:gd name="adj" fmla="val 6857"/>
            </a:avLst>
          </a:prstGeom>
          <a:solidFill xmlns:a="http://schemas.openxmlformats.org/drawingml/2006/main">
            <a:srgbClr val="1F302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CD8DB6-3077-4EA8-8E19-48E598A88DC8}"/>
              </a:ext>
            </a:extLst>
          </p:cNvPr>
          <p:cNvSpPr>
            <a:spLocks xmlns:a="http://schemas.openxmlformats.org/drawingml/2006/main" noGrp="1"/>
          </p:cNvSpPr>
          <p:nvPr/>
        </p:nvSpPr>
        <p:spPr>
          <a:xfrm xmlns:a="http://schemas.openxmlformats.org/drawingml/2006/main">
            <a:off x="800100" y="1724025"/>
            <a:ext cx="470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REVISIÓN ANTES DE CONFIRMAR</a:t>
            </a:r>
          </a:p>
        </p:txBody>
      </p:sp>
      <p:sp>
        <p:nvSpPr>
          <p:cNvPr id="7" name="">
            <a:extLst xmlns:a="http://schemas.openxmlformats.org/drawingml/2006/main">
              <a:ext uri="{FF2B5EF4-FFF2-40B4-BE49-F238E27FC236}">
                <a16:creationId xmlns:a16="http://schemas.microsoft.com/office/drawing/2014/main" id="{F3D7B3A2-5826-4D94-8D67-8B4705E86E5C}"/>
              </a:ext>
            </a:extLst>
          </p:cNvPr>
          <p:cNvSpPr>
            <a:spLocks xmlns:a="http://schemas.openxmlformats.org/drawingml/2006/main" noGrp="1"/>
          </p:cNvSpPr>
          <p:nvPr/>
        </p:nvSpPr>
        <p:spPr>
          <a:xfrm xmlns:a="http://schemas.openxmlformats.org/drawingml/2006/main">
            <a:off x="800100" y="2000250"/>
            <a:ext cx="47053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2F6F3"/>
                </a:solidFill>
                <a:latin typeface="Consolas"/>
                <a:ea typeface="Consolas"/>
                <a:cs typeface="Consolas"/>
              </a:defRPr>
            </a:defPPr>
            <a:lvl1pPr algn="l">
              <a:defRPr sz="1275" b="0">
                <a:solidFill>
                  <a:srgbClr val="F2F6F3"/>
                </a:solidFill>
                <a:latin typeface="Consolas"/>
                <a:ea typeface="Consolas"/>
                <a:cs typeface="Consolas"/>
              </a:defRPr>
            </a:lvl1pPr>
            <a:lvl2pPr algn="l">
              <a:defRPr sz="1275" b="0">
                <a:solidFill>
                  <a:srgbClr val="F2F6F3"/>
                </a:solidFill>
                <a:latin typeface="Consolas"/>
                <a:ea typeface="Consolas"/>
                <a:cs typeface="Consolas"/>
              </a:defRPr>
            </a:lvl2pPr>
            <a:lvl3pPr algn="l">
              <a:defRPr sz="1275" b="0">
                <a:solidFill>
                  <a:srgbClr val="F2F6F3"/>
                </a:solidFill>
                <a:latin typeface="Consolas"/>
                <a:ea typeface="Consolas"/>
                <a:cs typeface="Consolas"/>
              </a:defRPr>
            </a:lvl3pPr>
            <a:lvl4pPr algn="l">
              <a:defRPr sz="1275" b="0">
                <a:solidFill>
                  <a:srgbClr val="F2F6F3"/>
                </a:solidFill>
                <a:latin typeface="Consolas"/>
                <a:ea typeface="Consolas"/>
                <a:cs typeface="Consolas"/>
              </a:defRPr>
            </a:lvl4pPr>
            <a:lvl5pPr algn="l">
              <a:defRPr sz="1275" b="0">
                <a:solidFill>
                  <a:srgbClr val="F2F6F3"/>
                </a:solidFill>
                <a:latin typeface="Consolas"/>
                <a:ea typeface="Consolas"/>
                <a:cs typeface="Consolas"/>
              </a:defRPr>
            </a:lvl5pPr>
            <a:lvl6pPr algn="l">
              <a:defRPr sz="1275" b="0">
                <a:solidFill>
                  <a:srgbClr val="F2F6F3"/>
                </a:solidFill>
                <a:latin typeface="Consolas"/>
                <a:ea typeface="Consolas"/>
                <a:cs typeface="Consolas"/>
              </a:defRPr>
            </a:lvl6pPr>
            <a:lvl7pPr algn="l">
              <a:defRPr sz="1275" b="0">
                <a:solidFill>
                  <a:srgbClr val="F2F6F3"/>
                </a:solidFill>
                <a:latin typeface="Consolas"/>
                <a:ea typeface="Consolas"/>
                <a:cs typeface="Consolas"/>
              </a:defRPr>
            </a:lvl7pPr>
            <a:lvl8pPr algn="l">
              <a:defRPr sz="1275" b="0">
                <a:solidFill>
                  <a:srgbClr val="F2F6F3"/>
                </a:solidFill>
                <a:latin typeface="Consolas"/>
                <a:ea typeface="Consolas"/>
                <a:cs typeface="Consolas"/>
              </a:defRPr>
            </a:lvl8pPr>
            <a:lvl9pPr algn="l">
              <a:defRPr sz="1275" b="0">
                <a:solidFill>
                  <a:srgbClr val="F2F6F3"/>
                </a:solidFill>
                <a:latin typeface="Consolas"/>
                <a:ea typeface="Consolas"/>
                <a:cs typeface="Consolas"/>
              </a:defRPr>
            </a:lvl9pPr>
          </a:lstStyle>
          <a:p xmlns:a="http://schemas.openxmlformats.org/drawingml/2006/main">
            <a:pPr algn="l">
              <a:defRPr sz="1275" b="0">
                <a:solidFill>
                  <a:srgbClr val="F2F6F3"/>
                </a:solidFill>
                <a:latin typeface="Consolas"/>
                <a:ea typeface="Consolas"/>
                <a:cs typeface="Consolas"/>
              </a:defRPr>
            </a:pPr>
            <a:r>
              <a:rPr sz="1275" b="0">
                <a:solidFill>
                  <a:srgbClr val="F2F6F3"/>
                </a:solidFill>
                <a:latin typeface="Consolas"/>
                <a:ea typeface="Consolas"/>
                <a:cs typeface="Consolas"/>
              </a:rPr>
              <a:t>if (formularioValido &amp;&amp; correosValidos) {</a:t>
            </a:r>
          </a:p>
          <a:p xmlns:a="http://schemas.openxmlformats.org/drawingml/2006/main">
            <a:pPr algn="l">
              <a:defRPr sz="1275" b="0">
                <a:solidFill>
                  <a:srgbClr val="F2F6F3"/>
                </a:solidFill>
                <a:latin typeface="Consolas"/>
                <a:ea typeface="Consolas"/>
                <a:cs typeface="Consolas"/>
              </a:defRPr>
            </a:pPr>
            <a:r>
              <a:rPr sz="1275" b="0">
                <a:solidFill>
                  <a:srgbClr val="F2F6F3"/>
                </a:solidFill>
                <a:latin typeface="Consolas"/>
                <a:ea typeface="Consolas"/>
                <a:cs typeface="Consolas"/>
              </a:rPr>
              <a:t>  setValidado(true)</a:t>
            </a:r>
          </a:p>
          <a:p xmlns:a="http://schemas.openxmlformats.org/drawingml/2006/main">
            <a:pPr algn="l">
              <a:defRPr sz="1275" b="0">
                <a:solidFill>
                  <a:srgbClr val="F2F6F3"/>
                </a:solidFill>
                <a:latin typeface="Consolas"/>
                <a:ea typeface="Consolas"/>
                <a:cs typeface="Consolas"/>
              </a:defRPr>
            </a:pPr>
            <a:r>
              <a:rPr sz="1275" b="0">
                <a:solidFill>
                  <a:srgbClr val="F2F6F3"/>
                </a:solidFill>
                <a:latin typeface="Consolas"/>
                <a:ea typeface="Consolas"/>
                <a:cs typeface="Consolas"/>
              </a:rPr>
              <a:t>}</a:t>
            </a:r>
          </a:p>
        </p:txBody>
      </p:sp>
      <p:sp>
        <p:nvSpPr>
          <p:cNvPr id="8" name="">
            <a:extLst xmlns:a="http://schemas.openxmlformats.org/drawingml/2006/main">
              <a:ext uri="{FF2B5EF4-FFF2-40B4-BE49-F238E27FC236}">
                <a16:creationId xmlns:a16="http://schemas.microsoft.com/office/drawing/2014/main" id="{AC554D39-8179-47DD-BDC4-6C8D2861912C}"/>
              </a:ext>
            </a:extLst>
          </p:cNvPr>
          <p:cNvSpPr>
            <a:spLocks xmlns:a="http://schemas.openxmlformats.org/drawingml/2006/main" noGrp="1"/>
          </p:cNvSpPr>
          <p:nvPr/>
        </p:nvSpPr>
        <p:spPr>
          <a:xfrm xmlns:a="http://schemas.openxmlformats.org/drawingml/2006/main">
            <a:off x="628650" y="3476625"/>
            <a:ext cx="504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23312C"/>
                </a:solidFill>
                <a:latin typeface="Segoe UI"/>
                <a:ea typeface="Segoe UI"/>
                <a:cs typeface="Segoe UI"/>
              </a:defRPr>
            </a:defPPr>
            <a:lvl1pPr algn="l">
              <a:defRPr sz="1275" b="0">
                <a:solidFill>
                  <a:srgbClr val="23312C"/>
                </a:solidFill>
                <a:latin typeface="Segoe UI"/>
                <a:ea typeface="Segoe UI"/>
                <a:cs typeface="Segoe UI"/>
              </a:defRPr>
            </a:lvl1pPr>
            <a:lvl2pPr algn="l">
              <a:defRPr sz="1275" b="0">
                <a:solidFill>
                  <a:srgbClr val="23312C"/>
                </a:solidFill>
                <a:latin typeface="Segoe UI"/>
                <a:ea typeface="Segoe UI"/>
                <a:cs typeface="Segoe UI"/>
              </a:defRPr>
            </a:lvl2pPr>
            <a:lvl3pPr algn="l">
              <a:defRPr sz="1275" b="0">
                <a:solidFill>
                  <a:srgbClr val="23312C"/>
                </a:solidFill>
                <a:latin typeface="Segoe UI"/>
                <a:ea typeface="Segoe UI"/>
                <a:cs typeface="Segoe UI"/>
              </a:defRPr>
            </a:lvl3pPr>
            <a:lvl4pPr algn="l">
              <a:defRPr sz="1275" b="0">
                <a:solidFill>
                  <a:srgbClr val="23312C"/>
                </a:solidFill>
                <a:latin typeface="Segoe UI"/>
                <a:ea typeface="Segoe UI"/>
                <a:cs typeface="Segoe UI"/>
              </a:defRPr>
            </a:lvl4pPr>
            <a:lvl5pPr algn="l">
              <a:defRPr sz="1275" b="0">
                <a:solidFill>
                  <a:srgbClr val="23312C"/>
                </a:solidFill>
                <a:latin typeface="Segoe UI"/>
                <a:ea typeface="Segoe UI"/>
                <a:cs typeface="Segoe UI"/>
              </a:defRPr>
            </a:lvl5pPr>
            <a:lvl6pPr algn="l">
              <a:defRPr sz="1275" b="0">
                <a:solidFill>
                  <a:srgbClr val="23312C"/>
                </a:solidFill>
                <a:latin typeface="Segoe UI"/>
                <a:ea typeface="Segoe UI"/>
                <a:cs typeface="Segoe UI"/>
              </a:defRPr>
            </a:lvl6pPr>
            <a:lvl7pPr algn="l">
              <a:defRPr sz="1275" b="0">
                <a:solidFill>
                  <a:srgbClr val="23312C"/>
                </a:solidFill>
                <a:latin typeface="Segoe UI"/>
                <a:ea typeface="Segoe UI"/>
                <a:cs typeface="Segoe UI"/>
              </a:defRPr>
            </a:lvl7pPr>
            <a:lvl8pPr algn="l">
              <a:defRPr sz="1275" b="0">
                <a:solidFill>
                  <a:srgbClr val="23312C"/>
                </a:solidFill>
                <a:latin typeface="Segoe UI"/>
                <a:ea typeface="Segoe UI"/>
                <a:cs typeface="Segoe UI"/>
              </a:defRPr>
            </a:lvl8pPr>
            <a:lvl9pPr algn="l">
              <a:defRPr sz="1275" b="0">
                <a:solidFill>
                  <a:srgbClr val="23312C"/>
                </a:solidFill>
                <a:latin typeface="Segoe UI"/>
                <a:ea typeface="Segoe UI"/>
                <a:cs typeface="Segoe UI"/>
              </a:defRPr>
            </a:lvl9pPr>
          </a:lstStyle>
          <a:p xmlns:a="http://schemas.openxmlformats.org/drawingml/2006/main">
            <a:pPr algn="l">
              <a:defRPr sz="1275" b="0">
                <a:solidFill>
                  <a:srgbClr val="23312C"/>
                </a:solidFill>
                <a:latin typeface="Segoe UI"/>
                <a:ea typeface="Segoe UI"/>
                <a:cs typeface="Segoe UI"/>
              </a:defRPr>
            </a:pPr>
            <a:r>
              <a:rPr sz="1275" b="0">
                <a:solidFill>
                  <a:srgbClr val="23312C"/>
                </a:solidFill>
                <a:latin typeface="Segoe UI"/>
                <a:ea typeface="Segoe UI"/>
                <a:cs typeface="Segoe UI"/>
              </a:rPr>
              <a:t>Si falta un dato o el correo tiene formato incorrecto, aparece un mensaje junto al campo.</a:t>
            </a:r>
          </a:p>
        </p:txBody>
      </p:sp>
      <p:sp>
        <p:nvSpPr>
          <p:cNvPr id="9" name="">
            <a:extLst xmlns:a="http://schemas.openxmlformats.org/drawingml/2006/main">
              <a:ext uri="{FF2B5EF4-FFF2-40B4-BE49-F238E27FC236}">
                <a16:creationId xmlns:a16="http://schemas.microsoft.com/office/drawing/2014/main" id="{F42C819C-A9CF-40E0-8437-5010EB9D9690}"/>
              </a:ext>
            </a:extLst>
          </p:cNvPr>
          <p:cNvSpPr>
            <a:spLocks xmlns:a="http://schemas.openxmlformats.org/drawingml/2006/main" noGrp="1"/>
          </p:cNvSpPr>
          <p:nvPr/>
        </p:nvSpPr>
        <p:spPr>
          <a:xfrm xmlns:a="http://schemas.openxmlformats.org/drawingml/2006/main">
            <a:off x="6134100" y="1619250"/>
            <a:ext cx="5429250" cy="1666875"/>
          </a:xfrm>
          <a:prstGeom xmlns:a="http://schemas.openxmlformats.org/drawingml/2006/main" prst="roundRect">
            <a:avLst>
              <a:gd name="adj" fmla="val 6857"/>
            </a:avLst>
          </a:prstGeom>
          <a:solidFill xmlns:a="http://schemas.openxmlformats.org/drawingml/2006/main">
            <a:srgbClr val="1F302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D59F75-0C73-46C1-958C-5FCFC97C050D}"/>
              </a:ext>
            </a:extLst>
          </p:cNvPr>
          <p:cNvSpPr>
            <a:spLocks xmlns:a="http://schemas.openxmlformats.org/drawingml/2006/main" noGrp="1"/>
          </p:cNvSpPr>
          <p:nvPr/>
        </p:nvSpPr>
        <p:spPr>
          <a:xfrm xmlns:a="http://schemas.openxmlformats.org/drawingml/2006/main">
            <a:off x="6305550" y="1724025"/>
            <a:ext cx="5086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LOS PRODUCTOS SE GUARDAN EN ESTE NAVEGADOR</a:t>
            </a:r>
          </a:p>
        </p:txBody>
      </p:sp>
      <p:sp>
        <p:nvSpPr>
          <p:cNvPr id="11" name="">
            <a:extLst xmlns:a="http://schemas.openxmlformats.org/drawingml/2006/main">
              <a:ext uri="{FF2B5EF4-FFF2-40B4-BE49-F238E27FC236}">
                <a16:creationId xmlns:a16="http://schemas.microsoft.com/office/drawing/2014/main" id="{0924B79A-6AF6-4DD0-8CCE-722AFB01FDE1}"/>
              </a:ext>
            </a:extLst>
          </p:cNvPr>
          <p:cNvSpPr>
            <a:spLocks xmlns:a="http://schemas.openxmlformats.org/drawingml/2006/main" noGrp="1"/>
          </p:cNvSpPr>
          <p:nvPr/>
        </p:nvSpPr>
        <p:spPr>
          <a:xfrm xmlns:a="http://schemas.openxmlformats.org/drawingml/2006/main">
            <a:off x="6305550" y="2000250"/>
            <a:ext cx="50863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2F6F3"/>
                </a:solidFill>
                <a:latin typeface="Consolas"/>
                <a:ea typeface="Consolas"/>
                <a:cs typeface="Consolas"/>
              </a:defRPr>
            </a:defPPr>
            <a:lvl1pPr algn="l">
              <a:defRPr sz="1200" b="0">
                <a:solidFill>
                  <a:srgbClr val="F2F6F3"/>
                </a:solidFill>
                <a:latin typeface="Consolas"/>
                <a:ea typeface="Consolas"/>
                <a:cs typeface="Consolas"/>
              </a:defRPr>
            </a:lvl1pPr>
            <a:lvl2pPr algn="l">
              <a:defRPr sz="1200" b="0">
                <a:solidFill>
                  <a:srgbClr val="F2F6F3"/>
                </a:solidFill>
                <a:latin typeface="Consolas"/>
                <a:ea typeface="Consolas"/>
                <a:cs typeface="Consolas"/>
              </a:defRPr>
            </a:lvl2pPr>
            <a:lvl3pPr algn="l">
              <a:defRPr sz="1200" b="0">
                <a:solidFill>
                  <a:srgbClr val="F2F6F3"/>
                </a:solidFill>
                <a:latin typeface="Consolas"/>
                <a:ea typeface="Consolas"/>
                <a:cs typeface="Consolas"/>
              </a:defRPr>
            </a:lvl3pPr>
            <a:lvl4pPr algn="l">
              <a:defRPr sz="1200" b="0">
                <a:solidFill>
                  <a:srgbClr val="F2F6F3"/>
                </a:solidFill>
                <a:latin typeface="Consolas"/>
                <a:ea typeface="Consolas"/>
                <a:cs typeface="Consolas"/>
              </a:defRPr>
            </a:lvl4pPr>
            <a:lvl5pPr algn="l">
              <a:defRPr sz="1200" b="0">
                <a:solidFill>
                  <a:srgbClr val="F2F6F3"/>
                </a:solidFill>
                <a:latin typeface="Consolas"/>
                <a:ea typeface="Consolas"/>
                <a:cs typeface="Consolas"/>
              </a:defRPr>
            </a:lvl5pPr>
            <a:lvl6pPr algn="l">
              <a:defRPr sz="1200" b="0">
                <a:solidFill>
                  <a:srgbClr val="F2F6F3"/>
                </a:solidFill>
                <a:latin typeface="Consolas"/>
                <a:ea typeface="Consolas"/>
                <a:cs typeface="Consolas"/>
              </a:defRPr>
            </a:lvl6pPr>
            <a:lvl7pPr algn="l">
              <a:defRPr sz="1200" b="0">
                <a:solidFill>
                  <a:srgbClr val="F2F6F3"/>
                </a:solidFill>
                <a:latin typeface="Consolas"/>
                <a:ea typeface="Consolas"/>
                <a:cs typeface="Consolas"/>
              </a:defRPr>
            </a:lvl7pPr>
            <a:lvl8pPr algn="l">
              <a:defRPr sz="1200" b="0">
                <a:solidFill>
                  <a:srgbClr val="F2F6F3"/>
                </a:solidFill>
                <a:latin typeface="Consolas"/>
                <a:ea typeface="Consolas"/>
                <a:cs typeface="Consolas"/>
              </a:defRPr>
            </a:lvl8pPr>
            <a:lvl9pPr algn="l">
              <a:defRPr sz="1200" b="0">
                <a:solidFill>
                  <a:srgbClr val="F2F6F3"/>
                </a:solidFill>
                <a:latin typeface="Consolas"/>
                <a:ea typeface="Consolas"/>
                <a:cs typeface="Consolas"/>
              </a:defRPr>
            </a:lvl9pPr>
          </a:lstStyle>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localStorage.setItem(</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  'vsm-productos', JSON.stringify(actualizados)</a:t>
            </a:r>
          </a:p>
          <a:p xmlns:a="http://schemas.openxmlformats.org/drawingml/2006/main">
            <a:pPr algn="l">
              <a:defRPr sz="1200" b="0">
                <a:solidFill>
                  <a:srgbClr val="F2F6F3"/>
                </a:solidFill>
                <a:latin typeface="Consolas"/>
                <a:ea typeface="Consolas"/>
                <a:cs typeface="Consolas"/>
              </a:defRPr>
            </a:pPr>
            <a:r>
              <a:rPr sz="1200" b="0">
                <a:solidFill>
                  <a:srgbClr val="F2F6F3"/>
                </a:solidFill>
                <a:latin typeface="Consolas"/>
                <a:ea typeface="Consolas"/>
                <a:cs typeface="Consolas"/>
              </a:rPr>
              <a:t>)</a:t>
            </a:r>
          </a:p>
        </p:txBody>
      </p:sp>
      <p:sp>
        <p:nvSpPr>
          <p:cNvPr id="12" name="">
            <a:extLst xmlns:a="http://schemas.openxmlformats.org/drawingml/2006/main">
              <a:ext uri="{FF2B5EF4-FFF2-40B4-BE49-F238E27FC236}">
                <a16:creationId xmlns:a16="http://schemas.microsoft.com/office/drawing/2014/main" id="{F710A37F-F38E-4F15-A868-57246B72B83D}"/>
              </a:ext>
            </a:extLst>
          </p:cNvPr>
          <p:cNvSpPr>
            <a:spLocks xmlns:a="http://schemas.openxmlformats.org/drawingml/2006/main" noGrp="1"/>
          </p:cNvSpPr>
          <p:nvPr/>
        </p:nvSpPr>
        <p:spPr>
          <a:xfrm xmlns:a="http://schemas.openxmlformats.org/drawingml/2006/main">
            <a:off x="6134100" y="36195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E27A28"/>
                </a:solidFill>
                <a:latin typeface="Segoe UI"/>
                <a:ea typeface="Segoe UI"/>
                <a:cs typeface="Segoe UI"/>
              </a:defRPr>
            </a:defPPr>
            <a:lvl1pPr algn="l">
              <a:defRPr sz="975" b="1">
                <a:solidFill>
                  <a:srgbClr val="E27A28"/>
                </a:solidFill>
                <a:latin typeface="Segoe UI"/>
                <a:ea typeface="Segoe UI"/>
                <a:cs typeface="Segoe UI"/>
              </a:defRPr>
            </a:lvl1pPr>
            <a:lvl2pPr algn="l">
              <a:defRPr sz="975" b="1">
                <a:solidFill>
                  <a:srgbClr val="E27A28"/>
                </a:solidFill>
                <a:latin typeface="Segoe UI"/>
                <a:ea typeface="Segoe UI"/>
                <a:cs typeface="Segoe UI"/>
              </a:defRPr>
            </a:lvl2pPr>
            <a:lvl3pPr algn="l">
              <a:defRPr sz="975" b="1">
                <a:solidFill>
                  <a:srgbClr val="E27A28"/>
                </a:solidFill>
                <a:latin typeface="Segoe UI"/>
                <a:ea typeface="Segoe UI"/>
                <a:cs typeface="Segoe UI"/>
              </a:defRPr>
            </a:lvl3pPr>
            <a:lvl4pPr algn="l">
              <a:defRPr sz="975" b="1">
                <a:solidFill>
                  <a:srgbClr val="E27A28"/>
                </a:solidFill>
                <a:latin typeface="Segoe UI"/>
                <a:ea typeface="Segoe UI"/>
                <a:cs typeface="Segoe UI"/>
              </a:defRPr>
            </a:lvl4pPr>
            <a:lvl5pPr algn="l">
              <a:defRPr sz="975" b="1">
                <a:solidFill>
                  <a:srgbClr val="E27A28"/>
                </a:solidFill>
                <a:latin typeface="Segoe UI"/>
                <a:ea typeface="Segoe UI"/>
                <a:cs typeface="Segoe UI"/>
              </a:defRPr>
            </a:lvl5pPr>
            <a:lvl6pPr algn="l">
              <a:defRPr sz="975" b="1">
                <a:solidFill>
                  <a:srgbClr val="E27A28"/>
                </a:solidFill>
                <a:latin typeface="Segoe UI"/>
                <a:ea typeface="Segoe UI"/>
                <a:cs typeface="Segoe UI"/>
              </a:defRPr>
            </a:lvl6pPr>
            <a:lvl7pPr algn="l">
              <a:defRPr sz="975" b="1">
                <a:solidFill>
                  <a:srgbClr val="E27A28"/>
                </a:solidFill>
                <a:latin typeface="Segoe UI"/>
                <a:ea typeface="Segoe UI"/>
                <a:cs typeface="Segoe UI"/>
              </a:defRPr>
            </a:lvl7pPr>
            <a:lvl8pPr algn="l">
              <a:defRPr sz="975" b="1">
                <a:solidFill>
                  <a:srgbClr val="E27A28"/>
                </a:solidFill>
                <a:latin typeface="Segoe UI"/>
                <a:ea typeface="Segoe UI"/>
                <a:cs typeface="Segoe UI"/>
              </a:defRPr>
            </a:lvl8pPr>
            <a:lvl9pPr algn="l">
              <a:defRPr sz="975" b="1">
                <a:solidFill>
                  <a:srgbClr val="E27A28"/>
                </a:solidFill>
                <a:latin typeface="Segoe UI"/>
                <a:ea typeface="Segoe UI"/>
                <a:cs typeface="Segoe UI"/>
              </a:defRPr>
            </a:lvl9pPr>
          </a:lstStyle>
          <a:p xmlns:a="http://schemas.openxmlformats.org/drawingml/2006/main">
            <a:pPr algn="l">
              <a:defRPr sz="975" b="1">
                <a:solidFill>
                  <a:srgbClr val="E27A28"/>
                </a:solidFill>
                <a:latin typeface="Segoe UI"/>
                <a:ea typeface="Segoe UI"/>
                <a:cs typeface="Segoe UI"/>
              </a:defRPr>
            </a:pPr>
            <a:r>
              <a:rPr sz="975" b="1">
                <a:solidFill>
                  <a:srgbClr val="E27A28"/>
                </a:solidFill>
                <a:latin typeface="Segoe UI"/>
                <a:ea typeface="Segoe UI"/>
                <a:cs typeface="Segoe UI"/>
              </a:rPr>
              <a:t>CREAR</a:t>
            </a:r>
          </a:p>
        </p:txBody>
      </p:sp>
      <p:sp>
        <p:nvSpPr>
          <p:cNvPr id="13" name="">
            <a:extLst xmlns:a="http://schemas.openxmlformats.org/drawingml/2006/main">
              <a:ext uri="{FF2B5EF4-FFF2-40B4-BE49-F238E27FC236}">
                <a16:creationId xmlns:a16="http://schemas.microsoft.com/office/drawing/2014/main" id="{B7638C3C-2D68-4FCA-A6A8-929D90D365D1}"/>
              </a:ext>
            </a:extLst>
          </p:cNvPr>
          <p:cNvSpPr>
            <a:spLocks xmlns:a="http://schemas.openxmlformats.org/drawingml/2006/main" noGrp="1"/>
          </p:cNvSpPr>
          <p:nvPr/>
        </p:nvSpPr>
        <p:spPr>
          <a:xfrm xmlns:a="http://schemas.openxmlformats.org/drawingml/2006/main">
            <a:off x="7239000" y="361950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Completar los datos del producto.</a:t>
            </a:r>
          </a:p>
        </p:txBody>
      </p:sp>
      <p:sp>
        <p:nvSpPr>
          <p:cNvPr id="14" name="">
            <a:extLst xmlns:a="http://schemas.openxmlformats.org/drawingml/2006/main">
              <a:ext uri="{FF2B5EF4-FFF2-40B4-BE49-F238E27FC236}">
                <a16:creationId xmlns:a16="http://schemas.microsoft.com/office/drawing/2014/main" id="{1174AAA5-80A3-40DA-BCD5-422F0CD27735}"/>
              </a:ext>
            </a:extLst>
          </p:cNvPr>
          <p:cNvSpPr>
            <a:spLocks xmlns:a="http://schemas.openxmlformats.org/drawingml/2006/main" noGrp="1"/>
          </p:cNvSpPr>
          <p:nvPr/>
        </p:nvSpPr>
        <p:spPr>
          <a:xfrm xmlns:a="http://schemas.openxmlformats.org/drawingml/2006/main">
            <a:off x="6134100" y="4210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E27A28"/>
                </a:solidFill>
                <a:latin typeface="Segoe UI"/>
                <a:ea typeface="Segoe UI"/>
                <a:cs typeface="Segoe UI"/>
              </a:defRPr>
            </a:defPPr>
            <a:lvl1pPr algn="l">
              <a:defRPr sz="975" b="1">
                <a:solidFill>
                  <a:srgbClr val="E27A28"/>
                </a:solidFill>
                <a:latin typeface="Segoe UI"/>
                <a:ea typeface="Segoe UI"/>
                <a:cs typeface="Segoe UI"/>
              </a:defRPr>
            </a:lvl1pPr>
            <a:lvl2pPr algn="l">
              <a:defRPr sz="975" b="1">
                <a:solidFill>
                  <a:srgbClr val="E27A28"/>
                </a:solidFill>
                <a:latin typeface="Segoe UI"/>
                <a:ea typeface="Segoe UI"/>
                <a:cs typeface="Segoe UI"/>
              </a:defRPr>
            </a:lvl2pPr>
            <a:lvl3pPr algn="l">
              <a:defRPr sz="975" b="1">
                <a:solidFill>
                  <a:srgbClr val="E27A28"/>
                </a:solidFill>
                <a:latin typeface="Segoe UI"/>
                <a:ea typeface="Segoe UI"/>
                <a:cs typeface="Segoe UI"/>
              </a:defRPr>
            </a:lvl3pPr>
            <a:lvl4pPr algn="l">
              <a:defRPr sz="975" b="1">
                <a:solidFill>
                  <a:srgbClr val="E27A28"/>
                </a:solidFill>
                <a:latin typeface="Segoe UI"/>
                <a:ea typeface="Segoe UI"/>
                <a:cs typeface="Segoe UI"/>
              </a:defRPr>
            </a:lvl4pPr>
            <a:lvl5pPr algn="l">
              <a:defRPr sz="975" b="1">
                <a:solidFill>
                  <a:srgbClr val="E27A28"/>
                </a:solidFill>
                <a:latin typeface="Segoe UI"/>
                <a:ea typeface="Segoe UI"/>
                <a:cs typeface="Segoe UI"/>
              </a:defRPr>
            </a:lvl5pPr>
            <a:lvl6pPr algn="l">
              <a:defRPr sz="975" b="1">
                <a:solidFill>
                  <a:srgbClr val="E27A28"/>
                </a:solidFill>
                <a:latin typeface="Segoe UI"/>
                <a:ea typeface="Segoe UI"/>
                <a:cs typeface="Segoe UI"/>
              </a:defRPr>
            </a:lvl6pPr>
            <a:lvl7pPr algn="l">
              <a:defRPr sz="975" b="1">
                <a:solidFill>
                  <a:srgbClr val="E27A28"/>
                </a:solidFill>
                <a:latin typeface="Segoe UI"/>
                <a:ea typeface="Segoe UI"/>
                <a:cs typeface="Segoe UI"/>
              </a:defRPr>
            </a:lvl7pPr>
            <a:lvl8pPr algn="l">
              <a:defRPr sz="975" b="1">
                <a:solidFill>
                  <a:srgbClr val="E27A28"/>
                </a:solidFill>
                <a:latin typeface="Segoe UI"/>
                <a:ea typeface="Segoe UI"/>
                <a:cs typeface="Segoe UI"/>
              </a:defRPr>
            </a:lvl8pPr>
            <a:lvl9pPr algn="l">
              <a:defRPr sz="975" b="1">
                <a:solidFill>
                  <a:srgbClr val="E27A28"/>
                </a:solidFill>
                <a:latin typeface="Segoe UI"/>
                <a:ea typeface="Segoe UI"/>
                <a:cs typeface="Segoe UI"/>
              </a:defRPr>
            </a:lvl9pPr>
          </a:lstStyle>
          <a:p xmlns:a="http://schemas.openxmlformats.org/drawingml/2006/main">
            <a:pPr algn="l">
              <a:defRPr sz="975" b="1">
                <a:solidFill>
                  <a:srgbClr val="E27A28"/>
                </a:solidFill>
                <a:latin typeface="Segoe UI"/>
                <a:ea typeface="Segoe UI"/>
                <a:cs typeface="Segoe UI"/>
              </a:defRPr>
            </a:pPr>
            <a:r>
              <a:rPr sz="975" b="1">
                <a:solidFill>
                  <a:srgbClr val="E27A28"/>
                </a:solidFill>
                <a:latin typeface="Segoe UI"/>
                <a:ea typeface="Segoe UI"/>
                <a:cs typeface="Segoe UI"/>
              </a:rPr>
              <a:t>EDITAR</a:t>
            </a:r>
          </a:p>
        </p:txBody>
      </p:sp>
      <p:sp>
        <p:nvSpPr>
          <p:cNvPr id="15" name="">
            <a:extLst xmlns:a="http://schemas.openxmlformats.org/drawingml/2006/main">
              <a:ext uri="{FF2B5EF4-FFF2-40B4-BE49-F238E27FC236}">
                <a16:creationId xmlns:a16="http://schemas.microsoft.com/office/drawing/2014/main" id="{7C5820F9-473E-440D-B94E-7B2D9B7A78AA}"/>
              </a:ext>
            </a:extLst>
          </p:cNvPr>
          <p:cNvSpPr>
            <a:spLocks xmlns:a="http://schemas.openxmlformats.org/drawingml/2006/main" noGrp="1"/>
          </p:cNvSpPr>
          <p:nvPr/>
        </p:nvSpPr>
        <p:spPr>
          <a:xfrm xmlns:a="http://schemas.openxmlformats.org/drawingml/2006/main">
            <a:off x="7239000" y="421005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Cambiar los datos seleccionados.</a:t>
            </a:r>
          </a:p>
        </p:txBody>
      </p:sp>
      <p:sp>
        <p:nvSpPr>
          <p:cNvPr id="16" name="">
            <a:extLst xmlns:a="http://schemas.openxmlformats.org/drawingml/2006/main">
              <a:ext uri="{FF2B5EF4-FFF2-40B4-BE49-F238E27FC236}">
                <a16:creationId xmlns:a16="http://schemas.microsoft.com/office/drawing/2014/main" id="{4C66961D-831D-467A-A6BF-369323D61A58}"/>
              </a:ext>
            </a:extLst>
          </p:cNvPr>
          <p:cNvSpPr>
            <a:spLocks xmlns:a="http://schemas.openxmlformats.org/drawingml/2006/main" noGrp="1"/>
          </p:cNvSpPr>
          <p:nvPr/>
        </p:nvSpPr>
        <p:spPr>
          <a:xfrm xmlns:a="http://schemas.openxmlformats.org/drawingml/2006/main">
            <a:off x="6134100" y="48006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E27A28"/>
                </a:solidFill>
                <a:latin typeface="Segoe UI"/>
                <a:ea typeface="Segoe UI"/>
                <a:cs typeface="Segoe UI"/>
              </a:defRPr>
            </a:defPPr>
            <a:lvl1pPr algn="l">
              <a:defRPr sz="975" b="1">
                <a:solidFill>
                  <a:srgbClr val="E27A28"/>
                </a:solidFill>
                <a:latin typeface="Segoe UI"/>
                <a:ea typeface="Segoe UI"/>
                <a:cs typeface="Segoe UI"/>
              </a:defRPr>
            </a:lvl1pPr>
            <a:lvl2pPr algn="l">
              <a:defRPr sz="975" b="1">
                <a:solidFill>
                  <a:srgbClr val="E27A28"/>
                </a:solidFill>
                <a:latin typeface="Segoe UI"/>
                <a:ea typeface="Segoe UI"/>
                <a:cs typeface="Segoe UI"/>
              </a:defRPr>
            </a:lvl2pPr>
            <a:lvl3pPr algn="l">
              <a:defRPr sz="975" b="1">
                <a:solidFill>
                  <a:srgbClr val="E27A28"/>
                </a:solidFill>
                <a:latin typeface="Segoe UI"/>
                <a:ea typeface="Segoe UI"/>
                <a:cs typeface="Segoe UI"/>
              </a:defRPr>
            </a:lvl3pPr>
            <a:lvl4pPr algn="l">
              <a:defRPr sz="975" b="1">
                <a:solidFill>
                  <a:srgbClr val="E27A28"/>
                </a:solidFill>
                <a:latin typeface="Segoe UI"/>
                <a:ea typeface="Segoe UI"/>
                <a:cs typeface="Segoe UI"/>
              </a:defRPr>
            </a:lvl4pPr>
            <a:lvl5pPr algn="l">
              <a:defRPr sz="975" b="1">
                <a:solidFill>
                  <a:srgbClr val="E27A28"/>
                </a:solidFill>
                <a:latin typeface="Segoe UI"/>
                <a:ea typeface="Segoe UI"/>
                <a:cs typeface="Segoe UI"/>
              </a:defRPr>
            </a:lvl5pPr>
            <a:lvl6pPr algn="l">
              <a:defRPr sz="975" b="1">
                <a:solidFill>
                  <a:srgbClr val="E27A28"/>
                </a:solidFill>
                <a:latin typeface="Segoe UI"/>
                <a:ea typeface="Segoe UI"/>
                <a:cs typeface="Segoe UI"/>
              </a:defRPr>
            </a:lvl6pPr>
            <a:lvl7pPr algn="l">
              <a:defRPr sz="975" b="1">
                <a:solidFill>
                  <a:srgbClr val="E27A28"/>
                </a:solidFill>
                <a:latin typeface="Segoe UI"/>
                <a:ea typeface="Segoe UI"/>
                <a:cs typeface="Segoe UI"/>
              </a:defRPr>
            </a:lvl7pPr>
            <a:lvl8pPr algn="l">
              <a:defRPr sz="975" b="1">
                <a:solidFill>
                  <a:srgbClr val="E27A28"/>
                </a:solidFill>
                <a:latin typeface="Segoe UI"/>
                <a:ea typeface="Segoe UI"/>
                <a:cs typeface="Segoe UI"/>
              </a:defRPr>
            </a:lvl8pPr>
            <a:lvl9pPr algn="l">
              <a:defRPr sz="975" b="1">
                <a:solidFill>
                  <a:srgbClr val="E27A28"/>
                </a:solidFill>
                <a:latin typeface="Segoe UI"/>
                <a:ea typeface="Segoe UI"/>
                <a:cs typeface="Segoe UI"/>
              </a:defRPr>
            </a:lvl9pPr>
          </a:lstStyle>
          <a:p xmlns:a="http://schemas.openxmlformats.org/drawingml/2006/main">
            <a:pPr algn="l">
              <a:defRPr sz="975" b="1">
                <a:solidFill>
                  <a:srgbClr val="E27A28"/>
                </a:solidFill>
                <a:latin typeface="Segoe UI"/>
                <a:ea typeface="Segoe UI"/>
                <a:cs typeface="Segoe UI"/>
              </a:defRPr>
            </a:pPr>
            <a:r>
              <a:rPr sz="975" b="1">
                <a:solidFill>
                  <a:srgbClr val="E27A28"/>
                </a:solidFill>
                <a:latin typeface="Segoe UI"/>
                <a:ea typeface="Segoe UI"/>
                <a:cs typeface="Segoe UI"/>
              </a:rPr>
              <a:t>ELIMINAR</a:t>
            </a:r>
          </a:p>
        </p:txBody>
      </p:sp>
      <p:sp>
        <p:nvSpPr>
          <p:cNvPr id="17" name="">
            <a:extLst xmlns:a="http://schemas.openxmlformats.org/drawingml/2006/main">
              <a:ext uri="{FF2B5EF4-FFF2-40B4-BE49-F238E27FC236}">
                <a16:creationId xmlns:a16="http://schemas.microsoft.com/office/drawing/2014/main" id="{826B4E20-4770-4F54-A038-53D1F5B15A93}"/>
              </a:ext>
            </a:extLst>
          </p:cNvPr>
          <p:cNvSpPr>
            <a:spLocks xmlns:a="http://schemas.openxmlformats.org/drawingml/2006/main" noGrp="1"/>
          </p:cNvSpPr>
          <p:nvPr/>
        </p:nvSpPr>
        <p:spPr>
          <a:xfrm xmlns:a="http://schemas.openxmlformats.org/drawingml/2006/main">
            <a:off x="7239000" y="480060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Confirmar antes de quitarlo.</a:t>
            </a:r>
          </a:p>
        </p:txBody>
      </p:sp>
      <p:sp>
        <p:nvSpPr>
          <p:cNvPr id="18" name="">
            <a:extLst xmlns:a="http://schemas.openxmlformats.org/drawingml/2006/main">
              <a:ext uri="{FF2B5EF4-FFF2-40B4-BE49-F238E27FC236}">
                <a16:creationId xmlns:a16="http://schemas.microsoft.com/office/drawing/2014/main" id="{094F720F-1E29-4899-8AB7-2B6122102441}"/>
              </a:ext>
            </a:extLst>
          </p:cNvPr>
          <p:cNvSpPr>
            <a:spLocks xmlns:a="http://schemas.openxmlformats.org/drawingml/2006/main" noGrp="1"/>
          </p:cNvSpPr>
          <p:nvPr/>
        </p:nvSpPr>
        <p:spPr>
          <a:xfrm xmlns:a="http://schemas.openxmlformats.org/drawingml/2006/main">
            <a:off x="628650" y="5410200"/>
            <a:ext cx="10934700" cy="561975"/>
          </a:xfrm>
          <a:prstGeom xmlns:a="http://schemas.openxmlformats.org/drawingml/2006/main" prst="roundRect">
            <a:avLst>
              <a:gd name="adj" fmla="val 20339"/>
            </a:avLst>
          </a:prstGeom>
          <a:solidFill xmlns:a="http://schemas.openxmlformats.org/drawingml/2006/main">
            <a:srgbClr val="EAF3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46ECA41-2D26-469A-9865-490F70E2325A}"/>
              </a:ext>
            </a:extLst>
          </p:cNvPr>
          <p:cNvSpPr>
            <a:spLocks xmlns:a="http://schemas.openxmlformats.org/drawingml/2006/main" noGrp="1"/>
          </p:cNvSpPr>
          <p:nvPr/>
        </p:nvSpPr>
        <p:spPr>
          <a:xfrm xmlns:a="http://schemas.openxmlformats.org/drawingml/2006/main">
            <a:off x="819150" y="55149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3312C"/>
                </a:solidFill>
                <a:latin typeface="Segoe UI"/>
                <a:ea typeface="Segoe UI"/>
                <a:cs typeface="Segoe UI"/>
              </a:defRPr>
            </a:defPPr>
            <a:lvl1pPr algn="l">
              <a:defRPr sz="1275" b="1">
                <a:solidFill>
                  <a:srgbClr val="23312C"/>
                </a:solidFill>
                <a:latin typeface="Segoe UI"/>
                <a:ea typeface="Segoe UI"/>
                <a:cs typeface="Segoe UI"/>
              </a:defRPr>
            </a:lvl1pPr>
            <a:lvl2pPr algn="l">
              <a:defRPr sz="1275" b="1">
                <a:solidFill>
                  <a:srgbClr val="23312C"/>
                </a:solidFill>
                <a:latin typeface="Segoe UI"/>
                <a:ea typeface="Segoe UI"/>
                <a:cs typeface="Segoe UI"/>
              </a:defRPr>
            </a:lvl2pPr>
            <a:lvl3pPr algn="l">
              <a:defRPr sz="1275" b="1">
                <a:solidFill>
                  <a:srgbClr val="23312C"/>
                </a:solidFill>
                <a:latin typeface="Segoe UI"/>
                <a:ea typeface="Segoe UI"/>
                <a:cs typeface="Segoe UI"/>
              </a:defRPr>
            </a:lvl3pPr>
            <a:lvl4pPr algn="l">
              <a:defRPr sz="1275" b="1">
                <a:solidFill>
                  <a:srgbClr val="23312C"/>
                </a:solidFill>
                <a:latin typeface="Segoe UI"/>
                <a:ea typeface="Segoe UI"/>
                <a:cs typeface="Segoe UI"/>
              </a:defRPr>
            </a:lvl4pPr>
            <a:lvl5pPr algn="l">
              <a:defRPr sz="1275" b="1">
                <a:solidFill>
                  <a:srgbClr val="23312C"/>
                </a:solidFill>
                <a:latin typeface="Segoe UI"/>
                <a:ea typeface="Segoe UI"/>
                <a:cs typeface="Segoe UI"/>
              </a:defRPr>
            </a:lvl5pPr>
            <a:lvl6pPr algn="l">
              <a:defRPr sz="1275" b="1">
                <a:solidFill>
                  <a:srgbClr val="23312C"/>
                </a:solidFill>
                <a:latin typeface="Segoe UI"/>
                <a:ea typeface="Segoe UI"/>
                <a:cs typeface="Segoe UI"/>
              </a:defRPr>
            </a:lvl6pPr>
            <a:lvl7pPr algn="l">
              <a:defRPr sz="1275" b="1">
                <a:solidFill>
                  <a:srgbClr val="23312C"/>
                </a:solidFill>
                <a:latin typeface="Segoe UI"/>
                <a:ea typeface="Segoe UI"/>
                <a:cs typeface="Segoe UI"/>
              </a:defRPr>
            </a:lvl7pPr>
            <a:lvl8pPr algn="l">
              <a:defRPr sz="1275" b="1">
                <a:solidFill>
                  <a:srgbClr val="23312C"/>
                </a:solidFill>
                <a:latin typeface="Segoe UI"/>
                <a:ea typeface="Segoe UI"/>
                <a:cs typeface="Segoe UI"/>
              </a:defRPr>
            </a:lvl8pPr>
            <a:lvl9pPr algn="l">
              <a:defRPr sz="1275" b="1">
                <a:solidFill>
                  <a:srgbClr val="23312C"/>
                </a:solidFill>
                <a:latin typeface="Segoe UI"/>
                <a:ea typeface="Segoe UI"/>
                <a:cs typeface="Segoe UI"/>
              </a:defRPr>
            </a:lvl9pPr>
          </a:lstStyle>
          <a:p xmlns:a="http://schemas.openxmlformats.org/drawingml/2006/main">
            <a:pPr algn="l">
              <a:defRPr sz="1275" b="1">
                <a:solidFill>
                  <a:srgbClr val="23312C"/>
                </a:solidFill>
                <a:latin typeface="Segoe UI"/>
                <a:ea typeface="Segoe UI"/>
                <a:cs typeface="Segoe UI"/>
              </a:defRPr>
            </a:pPr>
            <a:r>
              <a:rPr sz="1275" b="1">
                <a:solidFill>
                  <a:srgbClr val="23312C"/>
                </a:solidFill>
                <a:latin typeface="Segoe UI"/>
                <a:ea typeface="Segoe UI"/>
                <a:cs typeface="Segoe UI"/>
              </a:rPr>
              <a:t>La validación y el panel son demostrativos; no usan un servidor.</a:t>
            </a:r>
          </a:p>
        </p:txBody>
      </p:sp>
    </p:spTree>
    <p:extLst>
      <p:ext uri="{BB962C8B-B14F-4D97-AF65-F5344CB8AC3E}">
        <p14:creationId xmlns:p14="http://schemas.microsoft.com/office/powerpoint/2010/main" val="1456821450"/>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88E14C3-AEF7-4760-9C5B-267957D516FB}"/>
              </a:ext>
            </a:extLst>
          </p:cNvPr>
          <p:cNvSpPr>
            <a:spLocks xmlns:a="http://schemas.openxmlformats.org/drawingml/2006/main" noGrp="1"/>
          </p:cNvSpPr>
          <p:nvPr/>
        </p:nvSpPr>
        <p:spPr>
          <a:xfrm xmlns:a="http://schemas.openxmlformats.org/drawingml/2006/main">
            <a:off x="628650" y="2952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F7A5F"/>
                </a:solidFill>
                <a:latin typeface="Segoe UI"/>
                <a:ea typeface="Segoe UI"/>
                <a:cs typeface="Segoe UI"/>
              </a:defRPr>
            </a:defPPr>
            <a:lvl1pPr algn="l">
              <a:defRPr sz="1050" b="1">
                <a:solidFill>
                  <a:srgbClr val="2F7A5F"/>
                </a:solidFill>
                <a:latin typeface="Segoe UI"/>
                <a:ea typeface="Segoe UI"/>
                <a:cs typeface="Segoe UI"/>
              </a:defRPr>
            </a:lvl1pPr>
            <a:lvl2pPr algn="l">
              <a:defRPr sz="1050" b="1">
                <a:solidFill>
                  <a:srgbClr val="2F7A5F"/>
                </a:solidFill>
                <a:latin typeface="Segoe UI"/>
                <a:ea typeface="Segoe UI"/>
                <a:cs typeface="Segoe UI"/>
              </a:defRPr>
            </a:lvl2pPr>
            <a:lvl3pPr algn="l">
              <a:defRPr sz="1050" b="1">
                <a:solidFill>
                  <a:srgbClr val="2F7A5F"/>
                </a:solidFill>
                <a:latin typeface="Segoe UI"/>
                <a:ea typeface="Segoe UI"/>
                <a:cs typeface="Segoe UI"/>
              </a:defRPr>
            </a:lvl3pPr>
            <a:lvl4pPr algn="l">
              <a:defRPr sz="1050" b="1">
                <a:solidFill>
                  <a:srgbClr val="2F7A5F"/>
                </a:solidFill>
                <a:latin typeface="Segoe UI"/>
                <a:ea typeface="Segoe UI"/>
                <a:cs typeface="Segoe UI"/>
              </a:defRPr>
            </a:lvl4pPr>
            <a:lvl5pPr algn="l">
              <a:defRPr sz="1050" b="1">
                <a:solidFill>
                  <a:srgbClr val="2F7A5F"/>
                </a:solidFill>
                <a:latin typeface="Segoe UI"/>
                <a:ea typeface="Segoe UI"/>
                <a:cs typeface="Segoe UI"/>
              </a:defRPr>
            </a:lvl5pPr>
            <a:lvl6pPr algn="l">
              <a:defRPr sz="1050" b="1">
                <a:solidFill>
                  <a:srgbClr val="2F7A5F"/>
                </a:solidFill>
                <a:latin typeface="Segoe UI"/>
                <a:ea typeface="Segoe UI"/>
                <a:cs typeface="Segoe UI"/>
              </a:defRPr>
            </a:lvl6pPr>
            <a:lvl7pPr algn="l">
              <a:defRPr sz="1050" b="1">
                <a:solidFill>
                  <a:srgbClr val="2F7A5F"/>
                </a:solidFill>
                <a:latin typeface="Segoe UI"/>
                <a:ea typeface="Segoe UI"/>
                <a:cs typeface="Segoe UI"/>
              </a:defRPr>
            </a:lvl7pPr>
            <a:lvl8pPr algn="l">
              <a:defRPr sz="1050" b="1">
                <a:solidFill>
                  <a:srgbClr val="2F7A5F"/>
                </a:solidFill>
                <a:latin typeface="Segoe UI"/>
                <a:ea typeface="Segoe UI"/>
                <a:cs typeface="Segoe UI"/>
              </a:defRPr>
            </a:lvl8pPr>
            <a:lvl9pPr algn="l">
              <a:defRPr sz="1050" b="1">
                <a:solidFill>
                  <a:srgbClr val="2F7A5F"/>
                </a:solidFill>
                <a:latin typeface="Segoe UI"/>
                <a:ea typeface="Segoe UI"/>
                <a:cs typeface="Segoe UI"/>
              </a:defRPr>
            </a:lvl9pPr>
          </a:lstStyle>
          <a:p xmlns:a="http://schemas.openxmlformats.org/drawingml/2006/main">
            <a:pPr algn="l">
              <a:defRPr sz="1050" b="1">
                <a:solidFill>
                  <a:srgbClr val="2F7A5F"/>
                </a:solidFill>
                <a:latin typeface="Segoe UI"/>
                <a:ea typeface="Segoe UI"/>
                <a:cs typeface="Segoe UI"/>
              </a:defRPr>
            </a:pPr>
            <a:r>
              <a:rPr sz="1050" b="1">
                <a:solidFill>
                  <a:srgbClr val="2F7A5F"/>
                </a:solidFill>
                <a:latin typeface="Segoe UI"/>
                <a:ea typeface="Segoe UI"/>
                <a:cs typeface="Segoe UI"/>
              </a:rPr>
              <a:t>PRUEBAS SEGÚN LA PAUTA</a:t>
            </a:r>
          </a:p>
        </p:txBody>
      </p:sp>
      <p:sp>
        <p:nvSpPr>
          <p:cNvPr id="2" name="">
            <a:extLst xmlns:a="http://schemas.openxmlformats.org/drawingml/2006/main">
              <a:ext uri="{FF2B5EF4-FFF2-40B4-BE49-F238E27FC236}">
                <a16:creationId xmlns:a16="http://schemas.microsoft.com/office/drawing/2014/main" id="{2A59FA57-4571-45D2-AA45-A3D115B919DE}"/>
              </a:ext>
            </a:extLst>
          </p:cNvPr>
          <p:cNvSpPr>
            <a:spLocks xmlns:a="http://schemas.openxmlformats.org/drawingml/2006/main" noGrp="1"/>
          </p:cNvSpPr>
          <p:nvPr/>
        </p:nvSpPr>
        <p:spPr>
          <a:xfrm xmlns:a="http://schemas.openxmlformats.org/drawingml/2006/main">
            <a:off x="628650" y="590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205942"/>
                </a:solidFill>
                <a:latin typeface="Segoe UI"/>
                <a:ea typeface="Segoe UI"/>
                <a:cs typeface="Segoe UI"/>
              </a:defRPr>
            </a:defPPr>
            <a:lvl1pPr algn="l">
              <a:defRPr sz="2550" b="1">
                <a:solidFill>
                  <a:srgbClr val="205942"/>
                </a:solidFill>
                <a:latin typeface="Segoe UI"/>
                <a:ea typeface="Segoe UI"/>
                <a:cs typeface="Segoe UI"/>
              </a:defRPr>
            </a:lvl1pPr>
            <a:lvl2pPr algn="l">
              <a:defRPr sz="2550" b="1">
                <a:solidFill>
                  <a:srgbClr val="205942"/>
                </a:solidFill>
                <a:latin typeface="Segoe UI"/>
                <a:ea typeface="Segoe UI"/>
                <a:cs typeface="Segoe UI"/>
              </a:defRPr>
            </a:lvl2pPr>
            <a:lvl3pPr algn="l">
              <a:defRPr sz="2550" b="1">
                <a:solidFill>
                  <a:srgbClr val="205942"/>
                </a:solidFill>
                <a:latin typeface="Segoe UI"/>
                <a:ea typeface="Segoe UI"/>
                <a:cs typeface="Segoe UI"/>
              </a:defRPr>
            </a:lvl3pPr>
            <a:lvl4pPr algn="l">
              <a:defRPr sz="2550" b="1">
                <a:solidFill>
                  <a:srgbClr val="205942"/>
                </a:solidFill>
                <a:latin typeface="Segoe UI"/>
                <a:ea typeface="Segoe UI"/>
                <a:cs typeface="Segoe UI"/>
              </a:defRPr>
            </a:lvl4pPr>
            <a:lvl5pPr algn="l">
              <a:defRPr sz="2550" b="1">
                <a:solidFill>
                  <a:srgbClr val="205942"/>
                </a:solidFill>
                <a:latin typeface="Segoe UI"/>
                <a:ea typeface="Segoe UI"/>
                <a:cs typeface="Segoe UI"/>
              </a:defRPr>
            </a:lvl5pPr>
            <a:lvl6pPr algn="l">
              <a:defRPr sz="2550" b="1">
                <a:solidFill>
                  <a:srgbClr val="205942"/>
                </a:solidFill>
                <a:latin typeface="Segoe UI"/>
                <a:ea typeface="Segoe UI"/>
                <a:cs typeface="Segoe UI"/>
              </a:defRPr>
            </a:lvl6pPr>
            <a:lvl7pPr algn="l">
              <a:defRPr sz="2550" b="1">
                <a:solidFill>
                  <a:srgbClr val="205942"/>
                </a:solidFill>
                <a:latin typeface="Segoe UI"/>
                <a:ea typeface="Segoe UI"/>
                <a:cs typeface="Segoe UI"/>
              </a:defRPr>
            </a:lvl7pPr>
            <a:lvl8pPr algn="l">
              <a:defRPr sz="2550" b="1">
                <a:solidFill>
                  <a:srgbClr val="205942"/>
                </a:solidFill>
                <a:latin typeface="Segoe UI"/>
                <a:ea typeface="Segoe UI"/>
                <a:cs typeface="Segoe UI"/>
              </a:defRPr>
            </a:lvl8pPr>
            <a:lvl9pPr algn="l">
              <a:defRPr sz="2550" b="1">
                <a:solidFill>
                  <a:srgbClr val="205942"/>
                </a:solidFill>
                <a:latin typeface="Segoe UI"/>
                <a:ea typeface="Segoe UI"/>
                <a:cs typeface="Segoe UI"/>
              </a:defRPr>
            </a:lvl9pPr>
          </a:lstStyle>
          <a:p xmlns:a="http://schemas.openxmlformats.org/drawingml/2006/main">
            <a:pPr algn="l">
              <a:defRPr sz="2550" b="1">
                <a:solidFill>
                  <a:srgbClr val="205942"/>
                </a:solidFill>
                <a:latin typeface="Segoe UI"/>
                <a:ea typeface="Segoe UI"/>
                <a:cs typeface="Segoe UI"/>
              </a:defRPr>
            </a:pPr>
            <a:r>
              <a:rPr sz="2550" b="1">
                <a:solidFill>
                  <a:srgbClr val="205942"/>
                </a:solidFill>
                <a:latin typeface="Segoe UI"/>
                <a:ea typeface="Segoe UI"/>
                <a:cs typeface="Segoe UI"/>
              </a:rPr>
              <a:t>Vitest comprueba reglas pequeñas del proyecto</a:t>
            </a:r>
          </a:p>
        </p:txBody>
      </p:sp>
      <p:sp>
        <p:nvSpPr>
          <p:cNvPr id="3" name="">
            <a:extLst xmlns:a="http://schemas.openxmlformats.org/drawingml/2006/main">
              <a:ext uri="{FF2B5EF4-FFF2-40B4-BE49-F238E27FC236}">
                <a16:creationId xmlns:a16="http://schemas.microsoft.com/office/drawing/2014/main" id="{528E944D-CF9D-47CE-B617-BCCCD22437E4}"/>
              </a:ext>
            </a:extLst>
          </p:cNvPr>
          <p:cNvSpPr>
            <a:spLocks xmlns:a="http://schemas.openxmlformats.org/drawingml/2006/main" noGrp="1"/>
          </p:cNvSpPr>
          <p:nvPr/>
        </p:nvSpPr>
        <p:spPr>
          <a:xfrm xmlns:a="http://schemas.openxmlformats.org/drawingml/2006/main">
            <a:off x="628650" y="1266825"/>
            <a:ext cx="7048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15C56E-C023-4B8B-BAFB-E36E7C64FC41}"/>
              </a:ext>
            </a:extLst>
          </p:cNvPr>
          <p:cNvSpPr>
            <a:spLocks xmlns:a="http://schemas.openxmlformats.org/drawingml/2006/main" noGrp="1"/>
          </p:cNvSpPr>
          <p:nvPr/>
        </p:nvSpPr>
        <p:spPr>
          <a:xfrm xmlns:a="http://schemas.openxmlformats.org/drawingml/2006/main">
            <a:off x="6286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0">
                <a:solidFill>
                  <a:srgbClr val="5A6B64"/>
                </a:solidFill>
                <a:latin typeface="Segoe UI"/>
                <a:ea typeface="Segoe UI"/>
                <a:cs typeface="Segoe UI"/>
              </a:defRPr>
            </a:defPPr>
            <a:lvl1pPr algn="l">
              <a:defRPr sz="900" b="0">
                <a:solidFill>
                  <a:srgbClr val="5A6B64"/>
                </a:solidFill>
                <a:latin typeface="Segoe UI"/>
                <a:ea typeface="Segoe UI"/>
                <a:cs typeface="Segoe UI"/>
              </a:defRPr>
            </a:lvl1pPr>
            <a:lvl2pPr algn="l">
              <a:defRPr sz="900" b="0">
                <a:solidFill>
                  <a:srgbClr val="5A6B64"/>
                </a:solidFill>
                <a:latin typeface="Segoe UI"/>
                <a:ea typeface="Segoe UI"/>
                <a:cs typeface="Segoe UI"/>
              </a:defRPr>
            </a:lvl2pPr>
            <a:lvl3pPr algn="l">
              <a:defRPr sz="900" b="0">
                <a:solidFill>
                  <a:srgbClr val="5A6B64"/>
                </a:solidFill>
                <a:latin typeface="Segoe UI"/>
                <a:ea typeface="Segoe UI"/>
                <a:cs typeface="Segoe UI"/>
              </a:defRPr>
            </a:lvl3pPr>
            <a:lvl4pPr algn="l">
              <a:defRPr sz="900" b="0">
                <a:solidFill>
                  <a:srgbClr val="5A6B64"/>
                </a:solidFill>
                <a:latin typeface="Segoe UI"/>
                <a:ea typeface="Segoe UI"/>
                <a:cs typeface="Segoe UI"/>
              </a:defRPr>
            </a:lvl4pPr>
            <a:lvl5pPr algn="l">
              <a:defRPr sz="900" b="0">
                <a:solidFill>
                  <a:srgbClr val="5A6B64"/>
                </a:solidFill>
                <a:latin typeface="Segoe UI"/>
                <a:ea typeface="Segoe UI"/>
                <a:cs typeface="Segoe UI"/>
              </a:defRPr>
            </a:lvl5pPr>
            <a:lvl6pPr algn="l">
              <a:defRPr sz="900" b="0">
                <a:solidFill>
                  <a:srgbClr val="5A6B64"/>
                </a:solidFill>
                <a:latin typeface="Segoe UI"/>
                <a:ea typeface="Segoe UI"/>
                <a:cs typeface="Segoe UI"/>
              </a:defRPr>
            </a:lvl6pPr>
            <a:lvl7pPr algn="l">
              <a:defRPr sz="900" b="0">
                <a:solidFill>
                  <a:srgbClr val="5A6B64"/>
                </a:solidFill>
                <a:latin typeface="Segoe UI"/>
                <a:ea typeface="Segoe UI"/>
                <a:cs typeface="Segoe UI"/>
              </a:defRPr>
            </a:lvl7pPr>
            <a:lvl8pPr algn="l">
              <a:defRPr sz="900" b="0">
                <a:solidFill>
                  <a:srgbClr val="5A6B64"/>
                </a:solidFill>
                <a:latin typeface="Segoe UI"/>
                <a:ea typeface="Segoe UI"/>
                <a:cs typeface="Segoe UI"/>
              </a:defRPr>
            </a:lvl8pPr>
            <a:lvl9pPr algn="l">
              <a:defRPr sz="900" b="0">
                <a:solidFill>
                  <a:srgbClr val="5A6B64"/>
                </a:solidFill>
                <a:latin typeface="Segoe UI"/>
                <a:ea typeface="Segoe UI"/>
                <a:cs typeface="Segoe UI"/>
              </a:defRPr>
            </a:lvl9pPr>
          </a:lstStyle>
          <a:p xmlns:a="http://schemas.openxmlformats.org/drawingml/2006/main">
            <a:pPr algn="l">
              <a:defRPr sz="900" b="0">
                <a:solidFill>
                  <a:srgbClr val="5A6B64"/>
                </a:solidFill>
                <a:latin typeface="Segoe UI"/>
                <a:ea typeface="Segoe UI"/>
                <a:cs typeface="Segoe UI"/>
              </a:defRPr>
            </a:pPr>
            <a:r>
              <a:rPr sz="900" b="0">
                <a:solidFill>
                  <a:srgbClr val="5A6B64"/>
                </a:solidFill>
                <a:latin typeface="Segoe UI"/>
                <a:ea typeface="Segoe UI"/>
                <a:cs typeface="Segoe UI"/>
              </a:rPr>
              <a:t>08 · Veterinaria San Marcos</a:t>
            </a:r>
          </a:p>
        </p:txBody>
      </p:sp>
      <p:sp>
        <p:nvSpPr>
          <p:cNvPr id="5" name="">
            <a:extLst xmlns:a="http://schemas.openxmlformats.org/drawingml/2006/main">
              <a:ext uri="{FF2B5EF4-FFF2-40B4-BE49-F238E27FC236}">
                <a16:creationId xmlns:a16="http://schemas.microsoft.com/office/drawing/2014/main" id="{6B6EEAC2-8D29-4394-8FDC-CE35ED383306}"/>
              </a:ext>
            </a:extLst>
          </p:cNvPr>
          <p:cNvSpPr>
            <a:spLocks xmlns:a="http://schemas.openxmlformats.org/drawingml/2006/main" noGrp="1"/>
          </p:cNvSpPr>
          <p:nvPr/>
        </p:nvSpPr>
        <p:spPr>
          <a:xfrm xmlns:a="http://schemas.openxmlformats.org/drawingml/2006/main">
            <a:off x="8743950" y="276225"/>
            <a:ext cx="281940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722037-3751-45ED-8491-A18559037CBF}"/>
              </a:ext>
            </a:extLst>
          </p:cNvPr>
          <p:cNvSpPr>
            <a:spLocks xmlns:a="http://schemas.openxmlformats.org/drawingml/2006/main" noGrp="1"/>
          </p:cNvSpPr>
          <p:nvPr/>
        </p:nvSpPr>
        <p:spPr>
          <a:xfrm xmlns:a="http://schemas.openxmlformats.org/drawingml/2006/main">
            <a:off x="8820150" y="285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IE2.2.2 + IE2.3.2 · PRUEBAS</a:t>
            </a:r>
          </a:p>
        </p:txBody>
      </p:sp>
      <p:sp>
        <p:nvSpPr>
          <p:cNvPr id="7" name="">
            <a:extLst xmlns:a="http://schemas.openxmlformats.org/drawingml/2006/main">
              <a:ext uri="{FF2B5EF4-FFF2-40B4-BE49-F238E27FC236}">
                <a16:creationId xmlns:a16="http://schemas.microsoft.com/office/drawing/2014/main" id="{A437D1BB-54D6-41DD-8298-601BD8F2AD80}"/>
              </a:ext>
            </a:extLst>
          </p:cNvPr>
          <p:cNvSpPr>
            <a:spLocks xmlns:a="http://schemas.openxmlformats.org/drawingml/2006/main" noGrp="1"/>
          </p:cNvSpPr>
          <p:nvPr/>
        </p:nvSpPr>
        <p:spPr>
          <a:xfrm xmlns:a="http://schemas.openxmlformats.org/drawingml/2006/main">
            <a:off x="628650" y="14954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23312C"/>
                </a:solidFill>
                <a:latin typeface="Segoe UI"/>
                <a:ea typeface="Segoe UI"/>
                <a:cs typeface="Segoe UI"/>
              </a:defRPr>
            </a:defPPr>
            <a:lvl1pPr algn="l">
              <a:defRPr sz="1500" b="0">
                <a:solidFill>
                  <a:srgbClr val="23312C"/>
                </a:solidFill>
                <a:latin typeface="Segoe UI"/>
                <a:ea typeface="Segoe UI"/>
                <a:cs typeface="Segoe UI"/>
              </a:defRPr>
            </a:lvl1pPr>
            <a:lvl2pPr algn="l">
              <a:defRPr sz="1500" b="0">
                <a:solidFill>
                  <a:srgbClr val="23312C"/>
                </a:solidFill>
                <a:latin typeface="Segoe UI"/>
                <a:ea typeface="Segoe UI"/>
                <a:cs typeface="Segoe UI"/>
              </a:defRPr>
            </a:lvl2pPr>
            <a:lvl3pPr algn="l">
              <a:defRPr sz="1500" b="0">
                <a:solidFill>
                  <a:srgbClr val="23312C"/>
                </a:solidFill>
                <a:latin typeface="Segoe UI"/>
                <a:ea typeface="Segoe UI"/>
                <a:cs typeface="Segoe UI"/>
              </a:defRPr>
            </a:lvl3pPr>
            <a:lvl4pPr algn="l">
              <a:defRPr sz="1500" b="0">
                <a:solidFill>
                  <a:srgbClr val="23312C"/>
                </a:solidFill>
                <a:latin typeface="Segoe UI"/>
                <a:ea typeface="Segoe UI"/>
                <a:cs typeface="Segoe UI"/>
              </a:defRPr>
            </a:lvl4pPr>
            <a:lvl5pPr algn="l">
              <a:defRPr sz="1500" b="0">
                <a:solidFill>
                  <a:srgbClr val="23312C"/>
                </a:solidFill>
                <a:latin typeface="Segoe UI"/>
                <a:ea typeface="Segoe UI"/>
                <a:cs typeface="Segoe UI"/>
              </a:defRPr>
            </a:lvl5pPr>
            <a:lvl6pPr algn="l">
              <a:defRPr sz="1500" b="0">
                <a:solidFill>
                  <a:srgbClr val="23312C"/>
                </a:solidFill>
                <a:latin typeface="Segoe UI"/>
                <a:ea typeface="Segoe UI"/>
                <a:cs typeface="Segoe UI"/>
              </a:defRPr>
            </a:lvl6pPr>
            <a:lvl7pPr algn="l">
              <a:defRPr sz="1500" b="0">
                <a:solidFill>
                  <a:srgbClr val="23312C"/>
                </a:solidFill>
                <a:latin typeface="Segoe UI"/>
                <a:ea typeface="Segoe UI"/>
                <a:cs typeface="Segoe UI"/>
              </a:defRPr>
            </a:lvl7pPr>
            <a:lvl8pPr algn="l">
              <a:defRPr sz="1500" b="0">
                <a:solidFill>
                  <a:srgbClr val="23312C"/>
                </a:solidFill>
                <a:latin typeface="Segoe UI"/>
                <a:ea typeface="Segoe UI"/>
                <a:cs typeface="Segoe UI"/>
              </a:defRPr>
            </a:lvl8pPr>
            <a:lvl9pPr algn="l">
              <a:defRPr sz="1500" b="0">
                <a:solidFill>
                  <a:srgbClr val="23312C"/>
                </a:solidFill>
                <a:latin typeface="Segoe UI"/>
                <a:ea typeface="Segoe UI"/>
                <a:cs typeface="Segoe UI"/>
              </a:defRPr>
            </a:lvl9pPr>
          </a:lstStyle>
          <a:p xmlns:a="http://schemas.openxmlformats.org/drawingml/2006/main">
            <a:pPr algn="l">
              <a:defRPr sz="1500" b="0">
                <a:solidFill>
                  <a:srgbClr val="23312C"/>
                </a:solidFill>
                <a:latin typeface="Segoe UI"/>
                <a:ea typeface="Segoe UI"/>
                <a:cs typeface="Segoe UI"/>
              </a:defRPr>
            </a:pPr>
            <a:r>
              <a:rPr sz="1500" b="0">
                <a:solidFill>
                  <a:srgbClr val="23312C"/>
                </a:solidFill>
                <a:latin typeface="Segoe UI"/>
                <a:ea typeface="Segoe UI"/>
                <a:cs typeface="Segoe UI"/>
              </a:rPr>
              <a:t>La versión actual contiene 9 casos escritos en 3 archivos.</a:t>
            </a:r>
          </a:p>
        </p:txBody>
      </p:sp>
      <p:sp>
        <p:nvSpPr>
          <p:cNvPr id="8" name="">
            <a:extLst xmlns:a="http://schemas.openxmlformats.org/drawingml/2006/main">
              <a:ext uri="{FF2B5EF4-FFF2-40B4-BE49-F238E27FC236}">
                <a16:creationId xmlns:a16="http://schemas.microsoft.com/office/drawing/2014/main" id="{64DAEEF6-DDA3-4285-8E16-A094FA157119}"/>
              </a:ext>
            </a:extLst>
          </p:cNvPr>
          <p:cNvSpPr>
            <a:spLocks xmlns:a="http://schemas.openxmlformats.org/drawingml/2006/main" noGrp="1"/>
          </p:cNvSpPr>
          <p:nvPr/>
        </p:nvSpPr>
        <p:spPr>
          <a:xfrm xmlns:a="http://schemas.openxmlformats.org/drawingml/2006/main">
            <a:off x="628650" y="2238375"/>
            <a:ext cx="3333750" cy="1628775"/>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FE7E3"/>
            </a:solidFill>
            <a:prstDash val="solid"/>
          </a:ln>
        </p:spPr>
      </p:sp>
      <p:sp>
        <p:nvSpPr>
          <p:cNvPr id="9" name="">
            <a:extLst xmlns:a="http://schemas.openxmlformats.org/drawingml/2006/main">
              <a:ext uri="{FF2B5EF4-FFF2-40B4-BE49-F238E27FC236}">
                <a16:creationId xmlns:a16="http://schemas.microsoft.com/office/drawing/2014/main" id="{7105DC4F-4E1B-4DD9-8FA0-823194C6B61F}"/>
              </a:ext>
            </a:extLst>
          </p:cNvPr>
          <p:cNvSpPr>
            <a:spLocks xmlns:a="http://schemas.openxmlformats.org/drawingml/2006/main" noGrp="1"/>
          </p:cNvSpPr>
          <p:nvPr/>
        </p:nvSpPr>
        <p:spPr>
          <a:xfrm xmlns:a="http://schemas.openxmlformats.org/drawingml/2006/main">
            <a:off x="809625" y="24003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F7A5F"/>
                </a:solidFill>
                <a:latin typeface="Segoe UI"/>
                <a:ea typeface="Segoe UI"/>
                <a:cs typeface="Segoe UI"/>
              </a:defRPr>
            </a:defPPr>
            <a:lvl1pPr algn="l">
              <a:defRPr sz="1125" b="1">
                <a:solidFill>
                  <a:srgbClr val="2F7A5F"/>
                </a:solidFill>
                <a:latin typeface="Segoe UI"/>
                <a:ea typeface="Segoe UI"/>
                <a:cs typeface="Segoe UI"/>
              </a:defRPr>
            </a:lvl1pPr>
            <a:lvl2pPr algn="l">
              <a:defRPr sz="1125" b="1">
                <a:solidFill>
                  <a:srgbClr val="2F7A5F"/>
                </a:solidFill>
                <a:latin typeface="Segoe UI"/>
                <a:ea typeface="Segoe UI"/>
                <a:cs typeface="Segoe UI"/>
              </a:defRPr>
            </a:lvl2pPr>
            <a:lvl3pPr algn="l">
              <a:defRPr sz="1125" b="1">
                <a:solidFill>
                  <a:srgbClr val="2F7A5F"/>
                </a:solidFill>
                <a:latin typeface="Segoe UI"/>
                <a:ea typeface="Segoe UI"/>
                <a:cs typeface="Segoe UI"/>
              </a:defRPr>
            </a:lvl3pPr>
            <a:lvl4pPr algn="l">
              <a:defRPr sz="1125" b="1">
                <a:solidFill>
                  <a:srgbClr val="2F7A5F"/>
                </a:solidFill>
                <a:latin typeface="Segoe UI"/>
                <a:ea typeface="Segoe UI"/>
                <a:cs typeface="Segoe UI"/>
              </a:defRPr>
            </a:lvl4pPr>
            <a:lvl5pPr algn="l">
              <a:defRPr sz="1125" b="1">
                <a:solidFill>
                  <a:srgbClr val="2F7A5F"/>
                </a:solidFill>
                <a:latin typeface="Segoe UI"/>
                <a:ea typeface="Segoe UI"/>
                <a:cs typeface="Segoe UI"/>
              </a:defRPr>
            </a:lvl5pPr>
            <a:lvl6pPr algn="l">
              <a:defRPr sz="1125" b="1">
                <a:solidFill>
                  <a:srgbClr val="2F7A5F"/>
                </a:solidFill>
                <a:latin typeface="Segoe UI"/>
                <a:ea typeface="Segoe UI"/>
                <a:cs typeface="Segoe UI"/>
              </a:defRPr>
            </a:lvl6pPr>
            <a:lvl7pPr algn="l">
              <a:defRPr sz="1125" b="1">
                <a:solidFill>
                  <a:srgbClr val="2F7A5F"/>
                </a:solidFill>
                <a:latin typeface="Segoe UI"/>
                <a:ea typeface="Segoe UI"/>
                <a:cs typeface="Segoe UI"/>
              </a:defRPr>
            </a:lvl7pPr>
            <a:lvl8pPr algn="l">
              <a:defRPr sz="1125" b="1">
                <a:solidFill>
                  <a:srgbClr val="2F7A5F"/>
                </a:solidFill>
                <a:latin typeface="Segoe UI"/>
                <a:ea typeface="Segoe UI"/>
                <a:cs typeface="Segoe UI"/>
              </a:defRPr>
            </a:lvl8pPr>
            <a:lvl9pPr algn="l">
              <a:defRPr sz="1125" b="1">
                <a:solidFill>
                  <a:srgbClr val="2F7A5F"/>
                </a:solidFill>
                <a:latin typeface="Segoe UI"/>
                <a:ea typeface="Segoe UI"/>
                <a:cs typeface="Segoe UI"/>
              </a:defRPr>
            </a:lvl9pPr>
          </a:lstStyle>
          <a:p xmlns:a="http://schemas.openxmlformats.org/drawingml/2006/main">
            <a:pPr algn="l">
              <a:defRPr sz="1125" b="1">
                <a:solidFill>
                  <a:srgbClr val="2F7A5F"/>
                </a:solidFill>
                <a:latin typeface="Segoe UI"/>
                <a:ea typeface="Segoe UI"/>
                <a:cs typeface="Segoe UI"/>
              </a:defRPr>
            </a:pPr>
            <a:r>
              <a:rPr sz="1125" b="1">
                <a:solidFill>
                  <a:srgbClr val="2F7A5F"/>
                </a:solidFill>
                <a:latin typeface="Segoe UI"/>
                <a:ea typeface="Segoe UI"/>
                <a:cs typeface="Segoe UI"/>
              </a:rPr>
              <a:t>CARRITO</a:t>
            </a:r>
          </a:p>
        </p:txBody>
      </p:sp>
      <p:sp>
        <p:nvSpPr>
          <p:cNvPr id="10" name="">
            <a:extLst xmlns:a="http://schemas.openxmlformats.org/drawingml/2006/main">
              <a:ext uri="{FF2B5EF4-FFF2-40B4-BE49-F238E27FC236}">
                <a16:creationId xmlns:a16="http://schemas.microsoft.com/office/drawing/2014/main" id="{2D227CC6-9FEA-4449-9609-362B4E9471BF}"/>
              </a:ext>
            </a:extLst>
          </p:cNvPr>
          <p:cNvSpPr>
            <a:spLocks xmlns:a="http://schemas.openxmlformats.org/drawingml/2006/main" noGrp="1"/>
          </p:cNvSpPr>
          <p:nvPr/>
        </p:nvSpPr>
        <p:spPr>
          <a:xfrm xmlns:a="http://schemas.openxmlformats.org/drawingml/2006/main">
            <a:off x="809625" y="27717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5942"/>
                </a:solidFill>
                <a:latin typeface="Segoe UI"/>
                <a:ea typeface="Segoe UI"/>
                <a:cs typeface="Segoe UI"/>
              </a:defRPr>
            </a:defPPr>
            <a:lvl1pPr algn="l">
              <a:defRPr sz="2025" b="1">
                <a:solidFill>
                  <a:srgbClr val="205942"/>
                </a:solidFill>
                <a:latin typeface="Segoe UI"/>
                <a:ea typeface="Segoe UI"/>
                <a:cs typeface="Segoe UI"/>
              </a:defRPr>
            </a:lvl1pPr>
            <a:lvl2pPr algn="l">
              <a:defRPr sz="2025" b="1">
                <a:solidFill>
                  <a:srgbClr val="205942"/>
                </a:solidFill>
                <a:latin typeface="Segoe UI"/>
                <a:ea typeface="Segoe UI"/>
                <a:cs typeface="Segoe UI"/>
              </a:defRPr>
            </a:lvl2pPr>
            <a:lvl3pPr algn="l">
              <a:defRPr sz="2025" b="1">
                <a:solidFill>
                  <a:srgbClr val="205942"/>
                </a:solidFill>
                <a:latin typeface="Segoe UI"/>
                <a:ea typeface="Segoe UI"/>
                <a:cs typeface="Segoe UI"/>
              </a:defRPr>
            </a:lvl3pPr>
            <a:lvl4pPr algn="l">
              <a:defRPr sz="2025" b="1">
                <a:solidFill>
                  <a:srgbClr val="205942"/>
                </a:solidFill>
                <a:latin typeface="Segoe UI"/>
                <a:ea typeface="Segoe UI"/>
                <a:cs typeface="Segoe UI"/>
              </a:defRPr>
            </a:lvl4pPr>
            <a:lvl5pPr algn="l">
              <a:defRPr sz="2025" b="1">
                <a:solidFill>
                  <a:srgbClr val="205942"/>
                </a:solidFill>
                <a:latin typeface="Segoe UI"/>
                <a:ea typeface="Segoe UI"/>
                <a:cs typeface="Segoe UI"/>
              </a:defRPr>
            </a:lvl5pPr>
            <a:lvl6pPr algn="l">
              <a:defRPr sz="2025" b="1">
                <a:solidFill>
                  <a:srgbClr val="205942"/>
                </a:solidFill>
                <a:latin typeface="Segoe UI"/>
                <a:ea typeface="Segoe UI"/>
                <a:cs typeface="Segoe UI"/>
              </a:defRPr>
            </a:lvl6pPr>
            <a:lvl7pPr algn="l">
              <a:defRPr sz="2025" b="1">
                <a:solidFill>
                  <a:srgbClr val="205942"/>
                </a:solidFill>
                <a:latin typeface="Segoe UI"/>
                <a:ea typeface="Segoe UI"/>
                <a:cs typeface="Segoe UI"/>
              </a:defRPr>
            </a:lvl7pPr>
            <a:lvl8pPr algn="l">
              <a:defRPr sz="2025" b="1">
                <a:solidFill>
                  <a:srgbClr val="205942"/>
                </a:solidFill>
                <a:latin typeface="Segoe UI"/>
                <a:ea typeface="Segoe UI"/>
                <a:cs typeface="Segoe UI"/>
              </a:defRPr>
            </a:lvl8pPr>
            <a:lvl9pPr algn="l">
              <a:defRPr sz="2025" b="1">
                <a:solidFill>
                  <a:srgbClr val="205942"/>
                </a:solidFill>
                <a:latin typeface="Segoe UI"/>
                <a:ea typeface="Segoe UI"/>
                <a:cs typeface="Segoe UI"/>
              </a:defRPr>
            </a:lvl9pPr>
          </a:lstStyle>
          <a:p xmlns:a="http://schemas.openxmlformats.org/drawingml/2006/main">
            <a:pPr algn="l">
              <a:defRPr sz="2025" b="1">
                <a:solidFill>
                  <a:srgbClr val="205942"/>
                </a:solidFill>
                <a:latin typeface="Segoe UI"/>
                <a:ea typeface="Segoe UI"/>
                <a:cs typeface="Segoe UI"/>
              </a:defRPr>
            </a:pPr>
            <a:r>
              <a:rPr sz="2025" b="1">
                <a:solidFill>
                  <a:srgbClr val="205942"/>
                </a:solidFill>
                <a:latin typeface="Segoe UI"/>
                <a:ea typeface="Segoe UI"/>
                <a:cs typeface="Segoe UI"/>
              </a:rPr>
              <a:t>3 casos</a:t>
            </a:r>
          </a:p>
        </p:txBody>
      </p:sp>
      <p:sp>
        <p:nvSpPr>
          <p:cNvPr id="11" name="">
            <a:extLst xmlns:a="http://schemas.openxmlformats.org/drawingml/2006/main">
              <a:ext uri="{FF2B5EF4-FFF2-40B4-BE49-F238E27FC236}">
                <a16:creationId xmlns:a16="http://schemas.microsoft.com/office/drawing/2014/main" id="{FD57D5BA-241A-41F8-855F-B4B5F1746BC8}"/>
              </a:ext>
            </a:extLst>
          </p:cNvPr>
          <p:cNvSpPr>
            <a:spLocks xmlns:a="http://schemas.openxmlformats.org/drawingml/2006/main" noGrp="1"/>
          </p:cNvSpPr>
          <p:nvPr/>
        </p:nvSpPr>
        <p:spPr>
          <a:xfrm xmlns:a="http://schemas.openxmlformats.org/drawingml/2006/main">
            <a:off x="809625" y="3228975"/>
            <a:ext cx="2952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Agregar y sumar cantidades · limitar stock · calcular subtotal</a:t>
            </a:r>
          </a:p>
        </p:txBody>
      </p:sp>
      <p:sp>
        <p:nvSpPr>
          <p:cNvPr id="12" name="">
            <a:extLst xmlns:a="http://schemas.openxmlformats.org/drawingml/2006/main">
              <a:ext uri="{FF2B5EF4-FFF2-40B4-BE49-F238E27FC236}">
                <a16:creationId xmlns:a16="http://schemas.microsoft.com/office/drawing/2014/main" id="{54279B90-6971-45EE-8F92-BF55482AE148}"/>
              </a:ext>
            </a:extLst>
          </p:cNvPr>
          <p:cNvSpPr>
            <a:spLocks xmlns:a="http://schemas.openxmlformats.org/drawingml/2006/main" noGrp="1"/>
          </p:cNvSpPr>
          <p:nvPr/>
        </p:nvSpPr>
        <p:spPr>
          <a:xfrm xmlns:a="http://schemas.openxmlformats.org/drawingml/2006/main">
            <a:off x="4324350" y="2238375"/>
            <a:ext cx="3333750" cy="1628775"/>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FE7E3"/>
            </a:solidFill>
            <a:prstDash val="solid"/>
          </a:ln>
        </p:spPr>
      </p:sp>
      <p:sp>
        <p:nvSpPr>
          <p:cNvPr id="13" name="">
            <a:extLst xmlns:a="http://schemas.openxmlformats.org/drawingml/2006/main">
              <a:ext uri="{FF2B5EF4-FFF2-40B4-BE49-F238E27FC236}">
                <a16:creationId xmlns:a16="http://schemas.microsoft.com/office/drawing/2014/main" id="{B2A02815-AE7B-46F3-AF36-83CE0484ECBE}"/>
              </a:ext>
            </a:extLst>
          </p:cNvPr>
          <p:cNvSpPr>
            <a:spLocks xmlns:a="http://schemas.openxmlformats.org/drawingml/2006/main" noGrp="1"/>
          </p:cNvSpPr>
          <p:nvPr/>
        </p:nvSpPr>
        <p:spPr>
          <a:xfrm xmlns:a="http://schemas.openxmlformats.org/drawingml/2006/main">
            <a:off x="4505325" y="24003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F7A5F"/>
                </a:solidFill>
                <a:latin typeface="Segoe UI"/>
                <a:ea typeface="Segoe UI"/>
                <a:cs typeface="Segoe UI"/>
              </a:defRPr>
            </a:defPPr>
            <a:lvl1pPr algn="l">
              <a:defRPr sz="1125" b="1">
                <a:solidFill>
                  <a:srgbClr val="2F7A5F"/>
                </a:solidFill>
                <a:latin typeface="Segoe UI"/>
                <a:ea typeface="Segoe UI"/>
                <a:cs typeface="Segoe UI"/>
              </a:defRPr>
            </a:lvl1pPr>
            <a:lvl2pPr algn="l">
              <a:defRPr sz="1125" b="1">
                <a:solidFill>
                  <a:srgbClr val="2F7A5F"/>
                </a:solidFill>
                <a:latin typeface="Segoe UI"/>
                <a:ea typeface="Segoe UI"/>
                <a:cs typeface="Segoe UI"/>
              </a:defRPr>
            </a:lvl2pPr>
            <a:lvl3pPr algn="l">
              <a:defRPr sz="1125" b="1">
                <a:solidFill>
                  <a:srgbClr val="2F7A5F"/>
                </a:solidFill>
                <a:latin typeface="Segoe UI"/>
                <a:ea typeface="Segoe UI"/>
                <a:cs typeface="Segoe UI"/>
              </a:defRPr>
            </a:lvl3pPr>
            <a:lvl4pPr algn="l">
              <a:defRPr sz="1125" b="1">
                <a:solidFill>
                  <a:srgbClr val="2F7A5F"/>
                </a:solidFill>
                <a:latin typeface="Segoe UI"/>
                <a:ea typeface="Segoe UI"/>
                <a:cs typeface="Segoe UI"/>
              </a:defRPr>
            </a:lvl4pPr>
            <a:lvl5pPr algn="l">
              <a:defRPr sz="1125" b="1">
                <a:solidFill>
                  <a:srgbClr val="2F7A5F"/>
                </a:solidFill>
                <a:latin typeface="Segoe UI"/>
                <a:ea typeface="Segoe UI"/>
                <a:cs typeface="Segoe UI"/>
              </a:defRPr>
            </a:lvl5pPr>
            <a:lvl6pPr algn="l">
              <a:defRPr sz="1125" b="1">
                <a:solidFill>
                  <a:srgbClr val="2F7A5F"/>
                </a:solidFill>
                <a:latin typeface="Segoe UI"/>
                <a:ea typeface="Segoe UI"/>
                <a:cs typeface="Segoe UI"/>
              </a:defRPr>
            </a:lvl6pPr>
            <a:lvl7pPr algn="l">
              <a:defRPr sz="1125" b="1">
                <a:solidFill>
                  <a:srgbClr val="2F7A5F"/>
                </a:solidFill>
                <a:latin typeface="Segoe UI"/>
                <a:ea typeface="Segoe UI"/>
                <a:cs typeface="Segoe UI"/>
              </a:defRPr>
            </a:lvl7pPr>
            <a:lvl8pPr algn="l">
              <a:defRPr sz="1125" b="1">
                <a:solidFill>
                  <a:srgbClr val="2F7A5F"/>
                </a:solidFill>
                <a:latin typeface="Segoe UI"/>
                <a:ea typeface="Segoe UI"/>
                <a:cs typeface="Segoe UI"/>
              </a:defRPr>
            </a:lvl8pPr>
            <a:lvl9pPr algn="l">
              <a:defRPr sz="1125" b="1">
                <a:solidFill>
                  <a:srgbClr val="2F7A5F"/>
                </a:solidFill>
                <a:latin typeface="Segoe UI"/>
                <a:ea typeface="Segoe UI"/>
                <a:cs typeface="Segoe UI"/>
              </a:defRPr>
            </a:lvl9pPr>
          </a:lstStyle>
          <a:p xmlns:a="http://schemas.openxmlformats.org/drawingml/2006/main">
            <a:pPr algn="l">
              <a:defRPr sz="1125" b="1">
                <a:solidFill>
                  <a:srgbClr val="2F7A5F"/>
                </a:solidFill>
                <a:latin typeface="Segoe UI"/>
                <a:ea typeface="Segoe UI"/>
                <a:cs typeface="Segoe UI"/>
              </a:defRPr>
            </a:pPr>
            <a:r>
              <a:rPr sz="1125" b="1">
                <a:solidFill>
                  <a:srgbClr val="2F7A5F"/>
                </a:solidFill>
                <a:latin typeface="Segoe UI"/>
                <a:ea typeface="Segoe UI"/>
                <a:cs typeface="Segoe UI"/>
              </a:rPr>
              <a:t>OFERTAS</a:t>
            </a:r>
          </a:p>
        </p:txBody>
      </p:sp>
      <p:sp>
        <p:nvSpPr>
          <p:cNvPr id="14" name="">
            <a:extLst xmlns:a="http://schemas.openxmlformats.org/drawingml/2006/main">
              <a:ext uri="{FF2B5EF4-FFF2-40B4-BE49-F238E27FC236}">
                <a16:creationId xmlns:a16="http://schemas.microsoft.com/office/drawing/2014/main" id="{3D8216AE-7D29-497E-A82D-E4EEAF2F3A17}"/>
              </a:ext>
            </a:extLst>
          </p:cNvPr>
          <p:cNvSpPr>
            <a:spLocks xmlns:a="http://schemas.openxmlformats.org/drawingml/2006/main" noGrp="1"/>
          </p:cNvSpPr>
          <p:nvPr/>
        </p:nvSpPr>
        <p:spPr>
          <a:xfrm xmlns:a="http://schemas.openxmlformats.org/drawingml/2006/main">
            <a:off x="4505325" y="27717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5942"/>
                </a:solidFill>
                <a:latin typeface="Segoe UI"/>
                <a:ea typeface="Segoe UI"/>
                <a:cs typeface="Segoe UI"/>
              </a:defRPr>
            </a:defPPr>
            <a:lvl1pPr algn="l">
              <a:defRPr sz="2025" b="1">
                <a:solidFill>
                  <a:srgbClr val="205942"/>
                </a:solidFill>
                <a:latin typeface="Segoe UI"/>
                <a:ea typeface="Segoe UI"/>
                <a:cs typeface="Segoe UI"/>
              </a:defRPr>
            </a:lvl1pPr>
            <a:lvl2pPr algn="l">
              <a:defRPr sz="2025" b="1">
                <a:solidFill>
                  <a:srgbClr val="205942"/>
                </a:solidFill>
                <a:latin typeface="Segoe UI"/>
                <a:ea typeface="Segoe UI"/>
                <a:cs typeface="Segoe UI"/>
              </a:defRPr>
            </a:lvl2pPr>
            <a:lvl3pPr algn="l">
              <a:defRPr sz="2025" b="1">
                <a:solidFill>
                  <a:srgbClr val="205942"/>
                </a:solidFill>
                <a:latin typeface="Segoe UI"/>
                <a:ea typeface="Segoe UI"/>
                <a:cs typeface="Segoe UI"/>
              </a:defRPr>
            </a:lvl3pPr>
            <a:lvl4pPr algn="l">
              <a:defRPr sz="2025" b="1">
                <a:solidFill>
                  <a:srgbClr val="205942"/>
                </a:solidFill>
                <a:latin typeface="Segoe UI"/>
                <a:ea typeface="Segoe UI"/>
                <a:cs typeface="Segoe UI"/>
              </a:defRPr>
            </a:lvl4pPr>
            <a:lvl5pPr algn="l">
              <a:defRPr sz="2025" b="1">
                <a:solidFill>
                  <a:srgbClr val="205942"/>
                </a:solidFill>
                <a:latin typeface="Segoe UI"/>
                <a:ea typeface="Segoe UI"/>
                <a:cs typeface="Segoe UI"/>
              </a:defRPr>
            </a:lvl5pPr>
            <a:lvl6pPr algn="l">
              <a:defRPr sz="2025" b="1">
                <a:solidFill>
                  <a:srgbClr val="205942"/>
                </a:solidFill>
                <a:latin typeface="Segoe UI"/>
                <a:ea typeface="Segoe UI"/>
                <a:cs typeface="Segoe UI"/>
              </a:defRPr>
            </a:lvl6pPr>
            <a:lvl7pPr algn="l">
              <a:defRPr sz="2025" b="1">
                <a:solidFill>
                  <a:srgbClr val="205942"/>
                </a:solidFill>
                <a:latin typeface="Segoe UI"/>
                <a:ea typeface="Segoe UI"/>
                <a:cs typeface="Segoe UI"/>
              </a:defRPr>
            </a:lvl7pPr>
            <a:lvl8pPr algn="l">
              <a:defRPr sz="2025" b="1">
                <a:solidFill>
                  <a:srgbClr val="205942"/>
                </a:solidFill>
                <a:latin typeface="Segoe UI"/>
                <a:ea typeface="Segoe UI"/>
                <a:cs typeface="Segoe UI"/>
              </a:defRPr>
            </a:lvl8pPr>
            <a:lvl9pPr algn="l">
              <a:defRPr sz="2025" b="1">
                <a:solidFill>
                  <a:srgbClr val="205942"/>
                </a:solidFill>
                <a:latin typeface="Segoe UI"/>
                <a:ea typeface="Segoe UI"/>
                <a:cs typeface="Segoe UI"/>
              </a:defRPr>
            </a:lvl9pPr>
          </a:lstStyle>
          <a:p xmlns:a="http://schemas.openxmlformats.org/drawingml/2006/main">
            <a:pPr algn="l">
              <a:defRPr sz="2025" b="1">
                <a:solidFill>
                  <a:srgbClr val="205942"/>
                </a:solidFill>
                <a:latin typeface="Segoe UI"/>
                <a:ea typeface="Segoe UI"/>
                <a:cs typeface="Segoe UI"/>
              </a:defRPr>
            </a:pPr>
            <a:r>
              <a:rPr sz="2025" b="1">
                <a:solidFill>
                  <a:srgbClr val="205942"/>
                </a:solidFill>
                <a:latin typeface="Segoe UI"/>
                <a:ea typeface="Segoe UI"/>
                <a:cs typeface="Segoe UI"/>
              </a:rPr>
              <a:t>3 casos</a:t>
            </a:r>
          </a:p>
        </p:txBody>
      </p:sp>
      <p:sp>
        <p:nvSpPr>
          <p:cNvPr id="15" name="">
            <a:extLst xmlns:a="http://schemas.openxmlformats.org/drawingml/2006/main">
              <a:ext uri="{FF2B5EF4-FFF2-40B4-BE49-F238E27FC236}">
                <a16:creationId xmlns:a16="http://schemas.microsoft.com/office/drawing/2014/main" id="{C9B7132D-D8C7-4F5E-8D75-48D00CAFA168}"/>
              </a:ext>
            </a:extLst>
          </p:cNvPr>
          <p:cNvSpPr>
            <a:spLocks xmlns:a="http://schemas.openxmlformats.org/drawingml/2006/main" noGrp="1"/>
          </p:cNvSpPr>
          <p:nvPr/>
        </p:nvSpPr>
        <p:spPr>
          <a:xfrm xmlns:a="http://schemas.openxmlformats.org/drawingml/2006/main">
            <a:off x="4505325" y="3228975"/>
            <a:ext cx="2952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Calcular 15% · no descontar otros productos · actualizar carrito</a:t>
            </a:r>
          </a:p>
        </p:txBody>
      </p:sp>
      <p:sp>
        <p:nvSpPr>
          <p:cNvPr id="16" name="">
            <a:extLst xmlns:a="http://schemas.openxmlformats.org/drawingml/2006/main">
              <a:ext uri="{FF2B5EF4-FFF2-40B4-BE49-F238E27FC236}">
                <a16:creationId xmlns:a16="http://schemas.microsoft.com/office/drawing/2014/main" id="{04453CEE-0BA4-4925-B417-527EEC47A7BF}"/>
              </a:ext>
            </a:extLst>
          </p:cNvPr>
          <p:cNvSpPr>
            <a:spLocks xmlns:a="http://schemas.openxmlformats.org/drawingml/2006/main" noGrp="1"/>
          </p:cNvSpPr>
          <p:nvPr/>
        </p:nvSpPr>
        <p:spPr>
          <a:xfrm xmlns:a="http://schemas.openxmlformats.org/drawingml/2006/main">
            <a:off x="8020050" y="2238375"/>
            <a:ext cx="3333750" cy="1628775"/>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FE7E3"/>
            </a:solidFill>
            <a:prstDash val="solid"/>
          </a:ln>
        </p:spPr>
      </p:sp>
      <p:sp>
        <p:nvSpPr>
          <p:cNvPr id="17" name="">
            <a:extLst xmlns:a="http://schemas.openxmlformats.org/drawingml/2006/main">
              <a:ext uri="{FF2B5EF4-FFF2-40B4-BE49-F238E27FC236}">
                <a16:creationId xmlns:a16="http://schemas.microsoft.com/office/drawing/2014/main" id="{F48B5FEB-21C8-4BD3-A04A-80D75440A0EC}"/>
              </a:ext>
            </a:extLst>
          </p:cNvPr>
          <p:cNvSpPr>
            <a:spLocks xmlns:a="http://schemas.openxmlformats.org/drawingml/2006/main" noGrp="1"/>
          </p:cNvSpPr>
          <p:nvPr/>
        </p:nvSpPr>
        <p:spPr>
          <a:xfrm xmlns:a="http://schemas.openxmlformats.org/drawingml/2006/main">
            <a:off x="8201025" y="24003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F7A5F"/>
                </a:solidFill>
                <a:latin typeface="Segoe UI"/>
                <a:ea typeface="Segoe UI"/>
                <a:cs typeface="Segoe UI"/>
              </a:defRPr>
            </a:defPPr>
            <a:lvl1pPr algn="l">
              <a:defRPr sz="1125" b="1">
                <a:solidFill>
                  <a:srgbClr val="2F7A5F"/>
                </a:solidFill>
                <a:latin typeface="Segoe UI"/>
                <a:ea typeface="Segoe UI"/>
                <a:cs typeface="Segoe UI"/>
              </a:defRPr>
            </a:lvl1pPr>
            <a:lvl2pPr algn="l">
              <a:defRPr sz="1125" b="1">
                <a:solidFill>
                  <a:srgbClr val="2F7A5F"/>
                </a:solidFill>
                <a:latin typeface="Segoe UI"/>
                <a:ea typeface="Segoe UI"/>
                <a:cs typeface="Segoe UI"/>
              </a:defRPr>
            </a:lvl2pPr>
            <a:lvl3pPr algn="l">
              <a:defRPr sz="1125" b="1">
                <a:solidFill>
                  <a:srgbClr val="2F7A5F"/>
                </a:solidFill>
                <a:latin typeface="Segoe UI"/>
                <a:ea typeface="Segoe UI"/>
                <a:cs typeface="Segoe UI"/>
              </a:defRPr>
            </a:lvl3pPr>
            <a:lvl4pPr algn="l">
              <a:defRPr sz="1125" b="1">
                <a:solidFill>
                  <a:srgbClr val="2F7A5F"/>
                </a:solidFill>
                <a:latin typeface="Segoe UI"/>
                <a:ea typeface="Segoe UI"/>
                <a:cs typeface="Segoe UI"/>
              </a:defRPr>
            </a:lvl4pPr>
            <a:lvl5pPr algn="l">
              <a:defRPr sz="1125" b="1">
                <a:solidFill>
                  <a:srgbClr val="2F7A5F"/>
                </a:solidFill>
                <a:latin typeface="Segoe UI"/>
                <a:ea typeface="Segoe UI"/>
                <a:cs typeface="Segoe UI"/>
              </a:defRPr>
            </a:lvl5pPr>
            <a:lvl6pPr algn="l">
              <a:defRPr sz="1125" b="1">
                <a:solidFill>
                  <a:srgbClr val="2F7A5F"/>
                </a:solidFill>
                <a:latin typeface="Segoe UI"/>
                <a:ea typeface="Segoe UI"/>
                <a:cs typeface="Segoe UI"/>
              </a:defRPr>
            </a:lvl6pPr>
            <a:lvl7pPr algn="l">
              <a:defRPr sz="1125" b="1">
                <a:solidFill>
                  <a:srgbClr val="2F7A5F"/>
                </a:solidFill>
                <a:latin typeface="Segoe UI"/>
                <a:ea typeface="Segoe UI"/>
                <a:cs typeface="Segoe UI"/>
              </a:defRPr>
            </a:lvl7pPr>
            <a:lvl8pPr algn="l">
              <a:defRPr sz="1125" b="1">
                <a:solidFill>
                  <a:srgbClr val="2F7A5F"/>
                </a:solidFill>
                <a:latin typeface="Segoe UI"/>
                <a:ea typeface="Segoe UI"/>
                <a:cs typeface="Segoe UI"/>
              </a:defRPr>
            </a:lvl8pPr>
            <a:lvl9pPr algn="l">
              <a:defRPr sz="1125" b="1">
                <a:solidFill>
                  <a:srgbClr val="2F7A5F"/>
                </a:solidFill>
                <a:latin typeface="Segoe UI"/>
                <a:ea typeface="Segoe UI"/>
                <a:cs typeface="Segoe UI"/>
              </a:defRPr>
            </a:lvl9pPr>
          </a:lstStyle>
          <a:p xmlns:a="http://schemas.openxmlformats.org/drawingml/2006/main">
            <a:pPr algn="l">
              <a:defRPr sz="1125" b="1">
                <a:solidFill>
                  <a:srgbClr val="2F7A5F"/>
                </a:solidFill>
                <a:latin typeface="Segoe UI"/>
                <a:ea typeface="Segoe UI"/>
                <a:cs typeface="Segoe UI"/>
              </a:defRPr>
            </a:pPr>
            <a:r>
              <a:rPr sz="1125" b="1">
                <a:solidFill>
                  <a:srgbClr val="2F7A5F"/>
                </a:solidFill>
                <a:latin typeface="Segoe UI"/>
                <a:ea typeface="Segoe UI"/>
                <a:cs typeface="Segoe UI"/>
              </a:rPr>
              <a:t>VALIDACIONES</a:t>
            </a:r>
          </a:p>
        </p:txBody>
      </p:sp>
      <p:sp>
        <p:nvSpPr>
          <p:cNvPr id="18" name="">
            <a:extLst xmlns:a="http://schemas.openxmlformats.org/drawingml/2006/main">
              <a:ext uri="{FF2B5EF4-FFF2-40B4-BE49-F238E27FC236}">
                <a16:creationId xmlns:a16="http://schemas.microsoft.com/office/drawing/2014/main" id="{9D587C49-FAC7-4D94-966B-02B6D0DB7A0C}"/>
              </a:ext>
            </a:extLst>
          </p:cNvPr>
          <p:cNvSpPr>
            <a:spLocks xmlns:a="http://schemas.openxmlformats.org/drawingml/2006/main" noGrp="1"/>
          </p:cNvSpPr>
          <p:nvPr/>
        </p:nvSpPr>
        <p:spPr>
          <a:xfrm xmlns:a="http://schemas.openxmlformats.org/drawingml/2006/main">
            <a:off x="8201025" y="27717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05942"/>
                </a:solidFill>
                <a:latin typeface="Segoe UI"/>
                <a:ea typeface="Segoe UI"/>
                <a:cs typeface="Segoe UI"/>
              </a:defRPr>
            </a:defPPr>
            <a:lvl1pPr algn="l">
              <a:defRPr sz="2025" b="1">
                <a:solidFill>
                  <a:srgbClr val="205942"/>
                </a:solidFill>
                <a:latin typeface="Segoe UI"/>
                <a:ea typeface="Segoe UI"/>
                <a:cs typeface="Segoe UI"/>
              </a:defRPr>
            </a:lvl1pPr>
            <a:lvl2pPr algn="l">
              <a:defRPr sz="2025" b="1">
                <a:solidFill>
                  <a:srgbClr val="205942"/>
                </a:solidFill>
                <a:latin typeface="Segoe UI"/>
                <a:ea typeface="Segoe UI"/>
                <a:cs typeface="Segoe UI"/>
              </a:defRPr>
            </a:lvl2pPr>
            <a:lvl3pPr algn="l">
              <a:defRPr sz="2025" b="1">
                <a:solidFill>
                  <a:srgbClr val="205942"/>
                </a:solidFill>
                <a:latin typeface="Segoe UI"/>
                <a:ea typeface="Segoe UI"/>
                <a:cs typeface="Segoe UI"/>
              </a:defRPr>
            </a:lvl3pPr>
            <a:lvl4pPr algn="l">
              <a:defRPr sz="2025" b="1">
                <a:solidFill>
                  <a:srgbClr val="205942"/>
                </a:solidFill>
                <a:latin typeface="Segoe UI"/>
                <a:ea typeface="Segoe UI"/>
                <a:cs typeface="Segoe UI"/>
              </a:defRPr>
            </a:lvl4pPr>
            <a:lvl5pPr algn="l">
              <a:defRPr sz="2025" b="1">
                <a:solidFill>
                  <a:srgbClr val="205942"/>
                </a:solidFill>
                <a:latin typeface="Segoe UI"/>
                <a:ea typeface="Segoe UI"/>
                <a:cs typeface="Segoe UI"/>
              </a:defRPr>
            </a:lvl5pPr>
            <a:lvl6pPr algn="l">
              <a:defRPr sz="2025" b="1">
                <a:solidFill>
                  <a:srgbClr val="205942"/>
                </a:solidFill>
                <a:latin typeface="Segoe UI"/>
                <a:ea typeface="Segoe UI"/>
                <a:cs typeface="Segoe UI"/>
              </a:defRPr>
            </a:lvl6pPr>
            <a:lvl7pPr algn="l">
              <a:defRPr sz="2025" b="1">
                <a:solidFill>
                  <a:srgbClr val="205942"/>
                </a:solidFill>
                <a:latin typeface="Segoe UI"/>
                <a:ea typeface="Segoe UI"/>
                <a:cs typeface="Segoe UI"/>
              </a:defRPr>
            </a:lvl7pPr>
            <a:lvl8pPr algn="l">
              <a:defRPr sz="2025" b="1">
                <a:solidFill>
                  <a:srgbClr val="205942"/>
                </a:solidFill>
                <a:latin typeface="Segoe UI"/>
                <a:ea typeface="Segoe UI"/>
                <a:cs typeface="Segoe UI"/>
              </a:defRPr>
            </a:lvl8pPr>
            <a:lvl9pPr algn="l">
              <a:defRPr sz="2025" b="1">
                <a:solidFill>
                  <a:srgbClr val="205942"/>
                </a:solidFill>
                <a:latin typeface="Segoe UI"/>
                <a:ea typeface="Segoe UI"/>
                <a:cs typeface="Segoe UI"/>
              </a:defRPr>
            </a:lvl9pPr>
          </a:lstStyle>
          <a:p xmlns:a="http://schemas.openxmlformats.org/drawingml/2006/main">
            <a:pPr algn="l">
              <a:defRPr sz="2025" b="1">
                <a:solidFill>
                  <a:srgbClr val="205942"/>
                </a:solidFill>
                <a:latin typeface="Segoe UI"/>
                <a:ea typeface="Segoe UI"/>
                <a:cs typeface="Segoe UI"/>
              </a:defRPr>
            </a:pPr>
            <a:r>
              <a:rPr sz="2025" b="1">
                <a:solidFill>
                  <a:srgbClr val="205942"/>
                </a:solidFill>
                <a:latin typeface="Segoe UI"/>
                <a:ea typeface="Segoe UI"/>
                <a:cs typeface="Segoe UI"/>
              </a:rPr>
              <a:t>3 casos</a:t>
            </a:r>
          </a:p>
        </p:txBody>
      </p:sp>
      <p:sp>
        <p:nvSpPr>
          <p:cNvPr id="19" name="">
            <a:extLst xmlns:a="http://schemas.openxmlformats.org/drawingml/2006/main">
              <a:ext uri="{FF2B5EF4-FFF2-40B4-BE49-F238E27FC236}">
                <a16:creationId xmlns:a16="http://schemas.microsoft.com/office/drawing/2014/main" id="{2545FA43-9ED5-4B70-827C-918F6BDF8D7E}"/>
              </a:ext>
            </a:extLst>
          </p:cNvPr>
          <p:cNvSpPr>
            <a:spLocks xmlns:a="http://schemas.openxmlformats.org/drawingml/2006/main" noGrp="1"/>
          </p:cNvSpPr>
          <p:nvPr/>
        </p:nvSpPr>
        <p:spPr>
          <a:xfrm xmlns:a="http://schemas.openxmlformats.org/drawingml/2006/main">
            <a:off x="8201025" y="3228975"/>
            <a:ext cx="2952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23312C"/>
                </a:solidFill>
                <a:latin typeface="Segoe UI"/>
                <a:ea typeface="Segoe UI"/>
                <a:cs typeface="Segoe UI"/>
              </a:defRPr>
            </a:defPPr>
            <a:lvl1pPr algn="l">
              <a:defRPr sz="1200" b="0">
                <a:solidFill>
                  <a:srgbClr val="23312C"/>
                </a:solidFill>
                <a:latin typeface="Segoe UI"/>
                <a:ea typeface="Segoe UI"/>
                <a:cs typeface="Segoe UI"/>
              </a:defRPr>
            </a:lvl1pPr>
            <a:lvl2pPr algn="l">
              <a:defRPr sz="1200" b="0">
                <a:solidFill>
                  <a:srgbClr val="23312C"/>
                </a:solidFill>
                <a:latin typeface="Segoe UI"/>
                <a:ea typeface="Segoe UI"/>
                <a:cs typeface="Segoe UI"/>
              </a:defRPr>
            </a:lvl2pPr>
            <a:lvl3pPr algn="l">
              <a:defRPr sz="1200" b="0">
                <a:solidFill>
                  <a:srgbClr val="23312C"/>
                </a:solidFill>
                <a:latin typeface="Segoe UI"/>
                <a:ea typeface="Segoe UI"/>
                <a:cs typeface="Segoe UI"/>
              </a:defRPr>
            </a:lvl3pPr>
            <a:lvl4pPr algn="l">
              <a:defRPr sz="1200" b="0">
                <a:solidFill>
                  <a:srgbClr val="23312C"/>
                </a:solidFill>
                <a:latin typeface="Segoe UI"/>
                <a:ea typeface="Segoe UI"/>
                <a:cs typeface="Segoe UI"/>
              </a:defRPr>
            </a:lvl4pPr>
            <a:lvl5pPr algn="l">
              <a:defRPr sz="1200" b="0">
                <a:solidFill>
                  <a:srgbClr val="23312C"/>
                </a:solidFill>
                <a:latin typeface="Segoe UI"/>
                <a:ea typeface="Segoe UI"/>
                <a:cs typeface="Segoe UI"/>
              </a:defRPr>
            </a:lvl5pPr>
            <a:lvl6pPr algn="l">
              <a:defRPr sz="1200" b="0">
                <a:solidFill>
                  <a:srgbClr val="23312C"/>
                </a:solidFill>
                <a:latin typeface="Segoe UI"/>
                <a:ea typeface="Segoe UI"/>
                <a:cs typeface="Segoe UI"/>
              </a:defRPr>
            </a:lvl6pPr>
            <a:lvl7pPr algn="l">
              <a:defRPr sz="1200" b="0">
                <a:solidFill>
                  <a:srgbClr val="23312C"/>
                </a:solidFill>
                <a:latin typeface="Segoe UI"/>
                <a:ea typeface="Segoe UI"/>
                <a:cs typeface="Segoe UI"/>
              </a:defRPr>
            </a:lvl7pPr>
            <a:lvl8pPr algn="l">
              <a:defRPr sz="1200" b="0">
                <a:solidFill>
                  <a:srgbClr val="23312C"/>
                </a:solidFill>
                <a:latin typeface="Segoe UI"/>
                <a:ea typeface="Segoe UI"/>
                <a:cs typeface="Segoe UI"/>
              </a:defRPr>
            </a:lvl8pPr>
            <a:lvl9pPr algn="l">
              <a:defRPr sz="1200" b="0">
                <a:solidFill>
                  <a:srgbClr val="23312C"/>
                </a:solidFill>
                <a:latin typeface="Segoe UI"/>
                <a:ea typeface="Segoe UI"/>
                <a:cs typeface="Segoe UI"/>
              </a:defRPr>
            </a:lvl9pPr>
          </a:lstStyle>
          <a:p xmlns:a="http://schemas.openxmlformats.org/drawingml/2006/main">
            <a:pPr algn="l">
              <a:defRPr sz="1200" b="0">
                <a:solidFill>
                  <a:srgbClr val="23312C"/>
                </a:solidFill>
                <a:latin typeface="Segoe UI"/>
                <a:ea typeface="Segoe UI"/>
                <a:cs typeface="Segoe UI"/>
              </a:defRPr>
            </a:pPr>
            <a:r>
              <a:rPr sz="1200" b="0">
                <a:solidFill>
                  <a:srgbClr val="23312C"/>
                </a:solidFill>
                <a:latin typeface="Segoe UI"/>
                <a:ea typeface="Segoe UI"/>
                <a:cs typeface="Segoe UI"/>
              </a:rPr>
              <a:t>Dominio de correo · formato de RUN · confirmación de clave</a:t>
            </a:r>
          </a:p>
        </p:txBody>
      </p:sp>
      <p:sp>
        <p:nvSpPr>
          <p:cNvPr id="20" name="">
            <a:extLst xmlns:a="http://schemas.openxmlformats.org/drawingml/2006/main">
              <a:ext uri="{FF2B5EF4-FFF2-40B4-BE49-F238E27FC236}">
                <a16:creationId xmlns:a16="http://schemas.microsoft.com/office/drawing/2014/main" id="{EA418D81-C8F8-485C-A69E-8F784CC2A93F}"/>
              </a:ext>
            </a:extLst>
          </p:cNvPr>
          <p:cNvSpPr>
            <a:spLocks xmlns:a="http://schemas.openxmlformats.org/drawingml/2006/main" noGrp="1"/>
          </p:cNvSpPr>
          <p:nvPr/>
        </p:nvSpPr>
        <p:spPr>
          <a:xfrm xmlns:a="http://schemas.openxmlformats.org/drawingml/2006/main">
            <a:off x="628650" y="4257675"/>
            <a:ext cx="6572250" cy="1362075"/>
          </a:xfrm>
          <a:prstGeom xmlns:a="http://schemas.openxmlformats.org/drawingml/2006/main" prst="roundRect">
            <a:avLst>
              <a:gd name="adj" fmla="val 8392"/>
            </a:avLst>
          </a:prstGeom>
          <a:solidFill xmlns:a="http://schemas.openxmlformats.org/drawingml/2006/main">
            <a:srgbClr val="1F302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3CBE94D-B287-4B84-93BC-A40A1EB60250}"/>
              </a:ext>
            </a:extLst>
          </p:cNvPr>
          <p:cNvSpPr>
            <a:spLocks xmlns:a="http://schemas.openxmlformats.org/drawingml/2006/main" noGrp="1"/>
          </p:cNvSpPr>
          <p:nvPr/>
        </p:nvSpPr>
        <p:spPr>
          <a:xfrm xmlns:a="http://schemas.openxmlformats.org/drawingml/2006/main">
            <a:off x="800100" y="4362450"/>
            <a:ext cx="6229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a:solidFill>
                  <a:srgbClr val="B9E0CB"/>
                </a:solidFill>
                <a:latin typeface="Segoe UI"/>
                <a:ea typeface="Segoe UI"/>
                <a:cs typeface="Segoe UI"/>
              </a:defRPr>
            </a:defPPr>
            <a:lvl1pPr algn="l">
              <a:defRPr sz="900" b="1">
                <a:solidFill>
                  <a:srgbClr val="B9E0CB"/>
                </a:solidFill>
                <a:latin typeface="Segoe UI"/>
                <a:ea typeface="Segoe UI"/>
                <a:cs typeface="Segoe UI"/>
              </a:defRPr>
            </a:lvl1pPr>
            <a:lvl2pPr algn="l">
              <a:defRPr sz="900" b="1">
                <a:solidFill>
                  <a:srgbClr val="B9E0CB"/>
                </a:solidFill>
                <a:latin typeface="Segoe UI"/>
                <a:ea typeface="Segoe UI"/>
                <a:cs typeface="Segoe UI"/>
              </a:defRPr>
            </a:lvl2pPr>
            <a:lvl3pPr algn="l">
              <a:defRPr sz="900" b="1">
                <a:solidFill>
                  <a:srgbClr val="B9E0CB"/>
                </a:solidFill>
                <a:latin typeface="Segoe UI"/>
                <a:ea typeface="Segoe UI"/>
                <a:cs typeface="Segoe UI"/>
              </a:defRPr>
            </a:lvl3pPr>
            <a:lvl4pPr algn="l">
              <a:defRPr sz="900" b="1">
                <a:solidFill>
                  <a:srgbClr val="B9E0CB"/>
                </a:solidFill>
                <a:latin typeface="Segoe UI"/>
                <a:ea typeface="Segoe UI"/>
                <a:cs typeface="Segoe UI"/>
              </a:defRPr>
            </a:lvl4pPr>
            <a:lvl5pPr algn="l">
              <a:defRPr sz="900" b="1">
                <a:solidFill>
                  <a:srgbClr val="B9E0CB"/>
                </a:solidFill>
                <a:latin typeface="Segoe UI"/>
                <a:ea typeface="Segoe UI"/>
                <a:cs typeface="Segoe UI"/>
              </a:defRPr>
            </a:lvl5pPr>
            <a:lvl6pPr algn="l">
              <a:defRPr sz="900" b="1">
                <a:solidFill>
                  <a:srgbClr val="B9E0CB"/>
                </a:solidFill>
                <a:latin typeface="Segoe UI"/>
                <a:ea typeface="Segoe UI"/>
                <a:cs typeface="Segoe UI"/>
              </a:defRPr>
            </a:lvl6pPr>
            <a:lvl7pPr algn="l">
              <a:defRPr sz="900" b="1">
                <a:solidFill>
                  <a:srgbClr val="B9E0CB"/>
                </a:solidFill>
                <a:latin typeface="Segoe UI"/>
                <a:ea typeface="Segoe UI"/>
                <a:cs typeface="Segoe UI"/>
              </a:defRPr>
            </a:lvl7pPr>
            <a:lvl8pPr algn="l">
              <a:defRPr sz="900" b="1">
                <a:solidFill>
                  <a:srgbClr val="B9E0CB"/>
                </a:solidFill>
                <a:latin typeface="Segoe UI"/>
                <a:ea typeface="Segoe UI"/>
                <a:cs typeface="Segoe UI"/>
              </a:defRPr>
            </a:lvl8pPr>
            <a:lvl9pPr algn="l">
              <a:defRPr sz="900" b="1">
                <a:solidFill>
                  <a:srgbClr val="B9E0CB"/>
                </a:solidFill>
                <a:latin typeface="Segoe UI"/>
                <a:ea typeface="Segoe UI"/>
                <a:cs typeface="Segoe UI"/>
              </a:defRPr>
            </a:lvl9pPr>
          </a:lstStyle>
          <a:p xmlns:a="http://schemas.openxmlformats.org/drawingml/2006/main">
            <a:pPr algn="l">
              <a:defRPr sz="900" b="1">
                <a:solidFill>
                  <a:srgbClr val="B9E0CB"/>
                </a:solidFill>
                <a:latin typeface="Segoe UI"/>
                <a:ea typeface="Segoe UI"/>
                <a:cs typeface="Segoe UI"/>
              </a:defRPr>
            </a:pPr>
            <a:r>
              <a:rPr sz="900" b="1">
                <a:solidFill>
                  <a:srgbClr val="B9E0CB"/>
                </a:solidFill>
                <a:latin typeface="Segoe UI"/>
                <a:ea typeface="Segoe UI"/>
                <a:cs typeface="Segoe UI"/>
              </a:rPr>
              <a:t>EJEMPLO · TESTS/CARRITO.TEST.JS</a:t>
            </a:r>
          </a:p>
        </p:txBody>
      </p:sp>
      <p:sp>
        <p:nvSpPr>
          <p:cNvPr id="22" name="">
            <a:extLst xmlns:a="http://schemas.openxmlformats.org/drawingml/2006/main">
              <a:ext uri="{FF2B5EF4-FFF2-40B4-BE49-F238E27FC236}">
                <a16:creationId xmlns:a16="http://schemas.microsoft.com/office/drawing/2014/main" id="{B52F1D3F-7AD9-4119-8EDD-1D317347F529}"/>
              </a:ext>
            </a:extLst>
          </p:cNvPr>
          <p:cNvSpPr>
            <a:spLocks xmlns:a="http://schemas.openxmlformats.org/drawingml/2006/main" noGrp="1"/>
          </p:cNvSpPr>
          <p:nvPr/>
        </p:nvSpPr>
        <p:spPr>
          <a:xfrm xmlns:a="http://schemas.openxmlformats.org/drawingml/2006/main">
            <a:off x="800100" y="4638675"/>
            <a:ext cx="6229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2F6F3"/>
                </a:solidFill>
                <a:latin typeface="Consolas"/>
                <a:ea typeface="Consolas"/>
                <a:cs typeface="Consolas"/>
              </a:defRPr>
            </a:defPPr>
            <a:lvl1pPr algn="l">
              <a:defRPr sz="1125" b="0">
                <a:solidFill>
                  <a:srgbClr val="F2F6F3"/>
                </a:solidFill>
                <a:latin typeface="Consolas"/>
                <a:ea typeface="Consolas"/>
                <a:cs typeface="Consolas"/>
              </a:defRPr>
            </a:lvl1pPr>
            <a:lvl2pPr algn="l">
              <a:defRPr sz="1125" b="0">
                <a:solidFill>
                  <a:srgbClr val="F2F6F3"/>
                </a:solidFill>
                <a:latin typeface="Consolas"/>
                <a:ea typeface="Consolas"/>
                <a:cs typeface="Consolas"/>
              </a:defRPr>
            </a:lvl2pPr>
            <a:lvl3pPr algn="l">
              <a:defRPr sz="1125" b="0">
                <a:solidFill>
                  <a:srgbClr val="F2F6F3"/>
                </a:solidFill>
                <a:latin typeface="Consolas"/>
                <a:ea typeface="Consolas"/>
                <a:cs typeface="Consolas"/>
              </a:defRPr>
            </a:lvl3pPr>
            <a:lvl4pPr algn="l">
              <a:defRPr sz="1125" b="0">
                <a:solidFill>
                  <a:srgbClr val="F2F6F3"/>
                </a:solidFill>
                <a:latin typeface="Consolas"/>
                <a:ea typeface="Consolas"/>
                <a:cs typeface="Consolas"/>
              </a:defRPr>
            </a:lvl4pPr>
            <a:lvl5pPr algn="l">
              <a:defRPr sz="1125" b="0">
                <a:solidFill>
                  <a:srgbClr val="F2F6F3"/>
                </a:solidFill>
                <a:latin typeface="Consolas"/>
                <a:ea typeface="Consolas"/>
                <a:cs typeface="Consolas"/>
              </a:defRPr>
            </a:lvl5pPr>
            <a:lvl6pPr algn="l">
              <a:defRPr sz="1125" b="0">
                <a:solidFill>
                  <a:srgbClr val="F2F6F3"/>
                </a:solidFill>
                <a:latin typeface="Consolas"/>
                <a:ea typeface="Consolas"/>
                <a:cs typeface="Consolas"/>
              </a:defRPr>
            </a:lvl6pPr>
            <a:lvl7pPr algn="l">
              <a:defRPr sz="1125" b="0">
                <a:solidFill>
                  <a:srgbClr val="F2F6F3"/>
                </a:solidFill>
                <a:latin typeface="Consolas"/>
                <a:ea typeface="Consolas"/>
                <a:cs typeface="Consolas"/>
              </a:defRPr>
            </a:lvl7pPr>
            <a:lvl8pPr algn="l">
              <a:defRPr sz="1125" b="0">
                <a:solidFill>
                  <a:srgbClr val="F2F6F3"/>
                </a:solidFill>
                <a:latin typeface="Consolas"/>
                <a:ea typeface="Consolas"/>
                <a:cs typeface="Consolas"/>
              </a:defRPr>
            </a:lvl8pPr>
            <a:lvl9pPr algn="l">
              <a:defRPr sz="1125" b="0">
                <a:solidFill>
                  <a:srgbClr val="F2F6F3"/>
                </a:solidFill>
                <a:latin typeface="Consolas"/>
                <a:ea typeface="Consolas"/>
                <a:cs typeface="Consolas"/>
              </a:defRPr>
            </a:lvl9pPr>
          </a:lstStyle>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expect(calcularSubtotal([</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 precio: 12000, cantidad: 2 },</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  { precio: 9500, cantidad: 1 }</a:t>
            </a:r>
          </a:p>
          <a:p xmlns:a="http://schemas.openxmlformats.org/drawingml/2006/main">
            <a:pPr algn="l">
              <a:defRPr sz="1125" b="0">
                <a:solidFill>
                  <a:srgbClr val="F2F6F3"/>
                </a:solidFill>
                <a:latin typeface="Consolas"/>
                <a:ea typeface="Consolas"/>
                <a:cs typeface="Consolas"/>
              </a:defRPr>
            </a:pPr>
            <a:r>
              <a:rPr sz="1125" b="0">
                <a:solidFill>
                  <a:srgbClr val="F2F6F3"/>
                </a:solidFill>
                <a:latin typeface="Consolas"/>
                <a:ea typeface="Consolas"/>
                <a:cs typeface="Consolas"/>
              </a:rPr>
              <a:t>])).toBe(33500)</a:t>
            </a:r>
          </a:p>
        </p:txBody>
      </p:sp>
      <p:sp>
        <p:nvSpPr>
          <p:cNvPr id="23" name="">
            <a:extLst xmlns:a="http://schemas.openxmlformats.org/drawingml/2006/main">
              <a:ext uri="{FF2B5EF4-FFF2-40B4-BE49-F238E27FC236}">
                <a16:creationId xmlns:a16="http://schemas.microsoft.com/office/drawing/2014/main" id="{AEF0405B-4501-4DC0-B445-39F2915013EC}"/>
              </a:ext>
            </a:extLst>
          </p:cNvPr>
          <p:cNvSpPr>
            <a:spLocks xmlns:a="http://schemas.openxmlformats.org/drawingml/2006/main" noGrp="1"/>
          </p:cNvSpPr>
          <p:nvPr/>
        </p:nvSpPr>
        <p:spPr>
          <a:xfrm xmlns:a="http://schemas.openxmlformats.org/drawingml/2006/main">
            <a:off x="7515225" y="4533900"/>
            <a:ext cx="3143250" cy="285750"/>
          </a:xfrm>
          <a:prstGeom xmlns:a="http://schemas.openxmlformats.org/drawingml/2006/main" prst="roundRect">
            <a:avLst>
              <a:gd name="adj" fmla="val 50000"/>
            </a:avLst>
          </a:prstGeom>
          <a:solidFill xmlns:a="http://schemas.openxmlformats.org/drawingml/2006/main">
            <a:srgbClr val="EAF3E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24F36A4-35F5-4CE5-9069-13FA182C35A5}"/>
              </a:ext>
            </a:extLst>
          </p:cNvPr>
          <p:cNvSpPr>
            <a:spLocks xmlns:a="http://schemas.openxmlformats.org/drawingml/2006/main" noGrp="1"/>
          </p:cNvSpPr>
          <p:nvPr/>
        </p:nvSpPr>
        <p:spPr>
          <a:xfrm xmlns:a="http://schemas.openxmlformats.org/drawingml/2006/main">
            <a:off x="7591425" y="4543425"/>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05942"/>
                </a:solidFill>
                <a:latin typeface="Segoe UI"/>
                <a:ea typeface="Segoe UI"/>
                <a:cs typeface="Segoe UI"/>
              </a:defRPr>
            </a:defPPr>
            <a:lvl1pPr algn="ctr">
              <a:defRPr sz="1050" b="1">
                <a:solidFill>
                  <a:srgbClr val="205942"/>
                </a:solidFill>
                <a:latin typeface="Segoe UI"/>
                <a:ea typeface="Segoe UI"/>
                <a:cs typeface="Segoe UI"/>
              </a:defRPr>
            </a:lvl1pPr>
            <a:lvl2pPr algn="ctr">
              <a:defRPr sz="1050" b="1">
                <a:solidFill>
                  <a:srgbClr val="205942"/>
                </a:solidFill>
                <a:latin typeface="Segoe UI"/>
                <a:ea typeface="Segoe UI"/>
                <a:cs typeface="Segoe UI"/>
              </a:defRPr>
            </a:lvl2pPr>
            <a:lvl3pPr algn="ctr">
              <a:defRPr sz="1050" b="1">
                <a:solidFill>
                  <a:srgbClr val="205942"/>
                </a:solidFill>
                <a:latin typeface="Segoe UI"/>
                <a:ea typeface="Segoe UI"/>
                <a:cs typeface="Segoe UI"/>
              </a:defRPr>
            </a:lvl3pPr>
            <a:lvl4pPr algn="ctr">
              <a:defRPr sz="1050" b="1">
                <a:solidFill>
                  <a:srgbClr val="205942"/>
                </a:solidFill>
                <a:latin typeface="Segoe UI"/>
                <a:ea typeface="Segoe UI"/>
                <a:cs typeface="Segoe UI"/>
              </a:defRPr>
            </a:lvl4pPr>
            <a:lvl5pPr algn="ctr">
              <a:defRPr sz="1050" b="1">
                <a:solidFill>
                  <a:srgbClr val="205942"/>
                </a:solidFill>
                <a:latin typeface="Segoe UI"/>
                <a:ea typeface="Segoe UI"/>
                <a:cs typeface="Segoe UI"/>
              </a:defRPr>
            </a:lvl5pPr>
            <a:lvl6pPr algn="ctr">
              <a:defRPr sz="1050" b="1">
                <a:solidFill>
                  <a:srgbClr val="205942"/>
                </a:solidFill>
                <a:latin typeface="Segoe UI"/>
                <a:ea typeface="Segoe UI"/>
                <a:cs typeface="Segoe UI"/>
              </a:defRPr>
            </a:lvl6pPr>
            <a:lvl7pPr algn="ctr">
              <a:defRPr sz="1050" b="1">
                <a:solidFill>
                  <a:srgbClr val="205942"/>
                </a:solidFill>
                <a:latin typeface="Segoe UI"/>
                <a:ea typeface="Segoe UI"/>
                <a:cs typeface="Segoe UI"/>
              </a:defRPr>
            </a:lvl7pPr>
            <a:lvl8pPr algn="ctr">
              <a:defRPr sz="1050" b="1">
                <a:solidFill>
                  <a:srgbClr val="205942"/>
                </a:solidFill>
                <a:latin typeface="Segoe UI"/>
                <a:ea typeface="Segoe UI"/>
                <a:cs typeface="Segoe UI"/>
              </a:defRPr>
            </a:lvl8pPr>
            <a:lvl9pPr algn="ctr">
              <a:defRPr sz="1050" b="1">
                <a:solidFill>
                  <a:srgbClr val="205942"/>
                </a:solidFill>
                <a:latin typeface="Segoe UI"/>
                <a:ea typeface="Segoe UI"/>
                <a:cs typeface="Segoe UI"/>
              </a:defRPr>
            </a:lvl9pPr>
          </a:lstStyle>
          <a:p xmlns:a="http://schemas.openxmlformats.org/drawingml/2006/main">
            <a:pPr algn="ctr">
              <a:defRPr sz="1050" b="1">
                <a:solidFill>
                  <a:srgbClr val="205942"/>
                </a:solidFill>
                <a:latin typeface="Segoe UI"/>
                <a:ea typeface="Segoe UI"/>
                <a:cs typeface="Segoe UI"/>
              </a:defRPr>
            </a:pPr>
            <a:r>
              <a:rPr sz="1050" b="1">
                <a:solidFill>
                  <a:srgbClr val="205942"/>
                </a:solidFill>
                <a:latin typeface="Segoe UI"/>
                <a:ea typeface="Segoe UI"/>
                <a:cs typeface="Segoe UI"/>
              </a:rPr>
              <a:t>Ejecutar: npm run test:run</a:t>
            </a:r>
          </a:p>
        </p:txBody>
      </p:sp>
      <p:sp>
        <p:nvSpPr>
          <p:cNvPr id="25" name="">
            <a:extLst xmlns:a="http://schemas.openxmlformats.org/drawingml/2006/main">
              <a:ext uri="{FF2B5EF4-FFF2-40B4-BE49-F238E27FC236}">
                <a16:creationId xmlns:a16="http://schemas.microsoft.com/office/drawing/2014/main" id="{4967E337-CEE2-4B0E-9CFB-96E083920F83}"/>
              </a:ext>
            </a:extLst>
          </p:cNvPr>
          <p:cNvSpPr>
            <a:spLocks xmlns:a="http://schemas.openxmlformats.org/drawingml/2006/main" noGrp="1"/>
          </p:cNvSpPr>
          <p:nvPr/>
        </p:nvSpPr>
        <p:spPr>
          <a:xfrm xmlns:a="http://schemas.openxmlformats.org/drawingml/2006/main">
            <a:off x="628650" y="56673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A6B64"/>
                </a:solidFill>
                <a:latin typeface="Segoe UI"/>
                <a:ea typeface="Segoe UI"/>
                <a:cs typeface="Segoe UI"/>
              </a:defRPr>
            </a:defPPr>
            <a:lvl1pPr algn="l">
              <a:defRPr sz="1125" b="0">
                <a:solidFill>
                  <a:srgbClr val="5A6B64"/>
                </a:solidFill>
                <a:latin typeface="Segoe UI"/>
                <a:ea typeface="Segoe UI"/>
                <a:cs typeface="Segoe UI"/>
              </a:defRPr>
            </a:lvl1pPr>
            <a:lvl2pPr algn="l">
              <a:defRPr sz="1125" b="0">
                <a:solidFill>
                  <a:srgbClr val="5A6B64"/>
                </a:solidFill>
                <a:latin typeface="Segoe UI"/>
                <a:ea typeface="Segoe UI"/>
                <a:cs typeface="Segoe UI"/>
              </a:defRPr>
            </a:lvl2pPr>
            <a:lvl3pPr algn="l">
              <a:defRPr sz="1125" b="0">
                <a:solidFill>
                  <a:srgbClr val="5A6B64"/>
                </a:solidFill>
                <a:latin typeface="Segoe UI"/>
                <a:ea typeface="Segoe UI"/>
                <a:cs typeface="Segoe UI"/>
              </a:defRPr>
            </a:lvl3pPr>
            <a:lvl4pPr algn="l">
              <a:defRPr sz="1125" b="0">
                <a:solidFill>
                  <a:srgbClr val="5A6B64"/>
                </a:solidFill>
                <a:latin typeface="Segoe UI"/>
                <a:ea typeface="Segoe UI"/>
                <a:cs typeface="Segoe UI"/>
              </a:defRPr>
            </a:lvl4pPr>
            <a:lvl5pPr algn="l">
              <a:defRPr sz="1125" b="0">
                <a:solidFill>
                  <a:srgbClr val="5A6B64"/>
                </a:solidFill>
                <a:latin typeface="Segoe UI"/>
                <a:ea typeface="Segoe UI"/>
                <a:cs typeface="Segoe UI"/>
              </a:defRPr>
            </a:lvl5pPr>
            <a:lvl6pPr algn="l">
              <a:defRPr sz="1125" b="0">
                <a:solidFill>
                  <a:srgbClr val="5A6B64"/>
                </a:solidFill>
                <a:latin typeface="Segoe UI"/>
                <a:ea typeface="Segoe UI"/>
                <a:cs typeface="Segoe UI"/>
              </a:defRPr>
            </a:lvl6pPr>
            <a:lvl7pPr algn="l">
              <a:defRPr sz="1125" b="0">
                <a:solidFill>
                  <a:srgbClr val="5A6B64"/>
                </a:solidFill>
                <a:latin typeface="Segoe UI"/>
                <a:ea typeface="Segoe UI"/>
                <a:cs typeface="Segoe UI"/>
              </a:defRPr>
            </a:lvl7pPr>
            <a:lvl8pPr algn="l">
              <a:defRPr sz="1125" b="0">
                <a:solidFill>
                  <a:srgbClr val="5A6B64"/>
                </a:solidFill>
                <a:latin typeface="Segoe UI"/>
                <a:ea typeface="Segoe UI"/>
                <a:cs typeface="Segoe UI"/>
              </a:defRPr>
            </a:lvl8pPr>
            <a:lvl9pPr algn="l">
              <a:defRPr sz="1125" b="0">
                <a:solidFill>
                  <a:srgbClr val="5A6B64"/>
                </a:solidFill>
                <a:latin typeface="Segoe UI"/>
                <a:ea typeface="Segoe UI"/>
                <a:cs typeface="Segoe UI"/>
              </a:defRPr>
            </a:lvl9pPr>
          </a:lstStyle>
          <a:p xmlns:a="http://schemas.openxmlformats.org/drawingml/2006/main">
            <a:pPr algn="l">
              <a:defRPr sz="1125" b="0">
                <a:solidFill>
                  <a:srgbClr val="5A6B64"/>
                </a:solidFill>
                <a:latin typeface="Segoe UI"/>
                <a:ea typeface="Segoe UI"/>
                <a:cs typeface="Segoe UI"/>
              </a:defRPr>
            </a:pPr>
            <a:r>
              <a:rPr sz="1125" b="0">
                <a:solidFill>
                  <a:srgbClr val="5A6B64"/>
                </a:solidFill>
                <a:latin typeface="Segoe UI"/>
                <a:ea typeface="Segoe UI"/>
                <a:cs typeface="Segoe UI"/>
              </a:rPr>
              <a:t>Cada prueba usa datos de ejemplo y compara el resultado esperado con el calculado.</a:t>
            </a:r>
          </a:p>
        </p:txBody>
      </p:sp>
      <p:sp>
        <p:nvSpPr>
          <p:cNvPr id="26" name="">
            <a:extLst xmlns:a="http://schemas.openxmlformats.org/drawingml/2006/main">
              <a:ext uri="{FF2B5EF4-FFF2-40B4-BE49-F238E27FC236}">
                <a16:creationId xmlns:a16="http://schemas.microsoft.com/office/drawing/2014/main" id="{9EC7B997-D74F-439E-8B9F-44D4E4FFB870}"/>
              </a:ext>
            </a:extLst>
          </p:cNvPr>
          <p:cNvSpPr>
            <a:spLocks xmlns:a="http://schemas.openxmlformats.org/drawingml/2006/main" noGrp="1"/>
          </p:cNvSpPr>
          <p:nvPr/>
        </p:nvSpPr>
        <p:spPr>
          <a:xfrm xmlns:a="http://schemas.openxmlformats.org/drawingml/2006/main">
            <a:off x="628650" y="5981700"/>
            <a:ext cx="1047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E27A28"/>
                </a:solidFill>
                <a:latin typeface="Segoe UI"/>
                <a:ea typeface="Segoe UI"/>
                <a:cs typeface="Segoe UI"/>
              </a:defRPr>
            </a:defPPr>
            <a:lvl1pPr algn="l">
              <a:defRPr sz="975" b="1">
                <a:solidFill>
                  <a:srgbClr val="E27A28"/>
                </a:solidFill>
                <a:latin typeface="Segoe UI"/>
                <a:ea typeface="Segoe UI"/>
                <a:cs typeface="Segoe UI"/>
              </a:defRPr>
            </a:lvl1pPr>
            <a:lvl2pPr algn="l">
              <a:defRPr sz="975" b="1">
                <a:solidFill>
                  <a:srgbClr val="E27A28"/>
                </a:solidFill>
                <a:latin typeface="Segoe UI"/>
                <a:ea typeface="Segoe UI"/>
                <a:cs typeface="Segoe UI"/>
              </a:defRPr>
            </a:lvl2pPr>
            <a:lvl3pPr algn="l">
              <a:defRPr sz="975" b="1">
                <a:solidFill>
                  <a:srgbClr val="E27A28"/>
                </a:solidFill>
                <a:latin typeface="Segoe UI"/>
                <a:ea typeface="Segoe UI"/>
                <a:cs typeface="Segoe UI"/>
              </a:defRPr>
            </a:lvl3pPr>
            <a:lvl4pPr algn="l">
              <a:defRPr sz="975" b="1">
                <a:solidFill>
                  <a:srgbClr val="E27A28"/>
                </a:solidFill>
                <a:latin typeface="Segoe UI"/>
                <a:ea typeface="Segoe UI"/>
                <a:cs typeface="Segoe UI"/>
              </a:defRPr>
            </a:lvl4pPr>
            <a:lvl5pPr algn="l">
              <a:defRPr sz="975" b="1">
                <a:solidFill>
                  <a:srgbClr val="E27A28"/>
                </a:solidFill>
                <a:latin typeface="Segoe UI"/>
                <a:ea typeface="Segoe UI"/>
                <a:cs typeface="Segoe UI"/>
              </a:defRPr>
            </a:lvl5pPr>
            <a:lvl6pPr algn="l">
              <a:defRPr sz="975" b="1">
                <a:solidFill>
                  <a:srgbClr val="E27A28"/>
                </a:solidFill>
                <a:latin typeface="Segoe UI"/>
                <a:ea typeface="Segoe UI"/>
                <a:cs typeface="Segoe UI"/>
              </a:defRPr>
            </a:lvl6pPr>
            <a:lvl7pPr algn="l">
              <a:defRPr sz="975" b="1">
                <a:solidFill>
                  <a:srgbClr val="E27A28"/>
                </a:solidFill>
                <a:latin typeface="Segoe UI"/>
                <a:ea typeface="Segoe UI"/>
                <a:cs typeface="Segoe UI"/>
              </a:defRPr>
            </a:lvl7pPr>
            <a:lvl8pPr algn="l">
              <a:defRPr sz="975" b="1">
                <a:solidFill>
                  <a:srgbClr val="E27A28"/>
                </a:solidFill>
                <a:latin typeface="Segoe UI"/>
                <a:ea typeface="Segoe UI"/>
                <a:cs typeface="Segoe UI"/>
              </a:defRPr>
            </a:lvl8pPr>
            <a:lvl9pPr algn="l">
              <a:defRPr sz="975" b="1">
                <a:solidFill>
                  <a:srgbClr val="E27A28"/>
                </a:solidFill>
                <a:latin typeface="Segoe UI"/>
                <a:ea typeface="Segoe UI"/>
                <a:cs typeface="Segoe UI"/>
              </a:defRPr>
            </a:lvl9pPr>
          </a:lstStyle>
          <a:p xmlns:a="http://schemas.openxmlformats.org/drawingml/2006/main">
            <a:pPr algn="l">
              <a:defRPr sz="975" b="1">
                <a:solidFill>
                  <a:srgbClr val="E27A28"/>
                </a:solidFill>
                <a:latin typeface="Segoe UI"/>
                <a:ea typeface="Segoe UI"/>
                <a:cs typeface="Segoe UI"/>
              </a:defRPr>
            </a:pPr>
            <a:r>
              <a:rPr sz="975" b="1">
                <a:solidFill>
                  <a:srgbClr val="E27A28"/>
                </a:solidFill>
                <a:latin typeface="Segoe UI"/>
                <a:ea typeface="Segoe UI"/>
                <a:cs typeface="Segoe UI"/>
              </a:rPr>
              <a:t>Pauta: 10 pruebas, mocks y cobertura. Esta versión tiene 9; no hay mocks ni % de cobertura.</a:t>
            </a:r>
          </a:p>
        </p:txBody>
      </p:sp>
    </p:spTree>
    <p:extLst>
      <p:ext uri="{BB962C8B-B14F-4D97-AF65-F5344CB8AC3E}">
        <p14:creationId xmlns:p14="http://schemas.microsoft.com/office/powerpoint/2010/main" val="1005158820"/>
      </p:ext>
    </p:extLst>
  </p:cSld>
</p:sld>
</file>

<file path=ppt/slides/slide9.xml><?xml version="1.0" encoding="utf-8"?>
<p:sld xmlns:p="http://schemas.openxmlformats.org/presentationml/2006/main">
  <p:cSld>
    <p:bg>
      <p:bgPr>
        <a:solidFill xmlns:a="http://schemas.openxmlformats.org/drawingml/2006/main">
          <a:srgbClr val="20594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24FFD0-12C1-470E-BD80-B32C8A83FAF8}"/>
              </a:ext>
            </a:extLst>
          </p:cNvPr>
          <p:cNvSpPr>
            <a:spLocks xmlns:a="http://schemas.openxmlformats.org/drawingml/2006/main" noGrp="1"/>
          </p:cNvSpPr>
          <p:nvPr/>
        </p:nvSpPr>
        <p:spPr>
          <a:xfrm xmlns:a="http://schemas.openxmlformats.org/drawingml/2006/main">
            <a:off x="666750" y="4762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FFFFFF"/>
                </a:solidFill>
                <a:latin typeface="Segoe UI"/>
                <a:ea typeface="Segoe UI"/>
                <a:cs typeface="Segoe UI"/>
              </a:defRPr>
            </a:defPPr>
            <a:lvl1pPr algn="l">
              <a:defRPr sz="2550" b="1">
                <a:solidFill>
                  <a:srgbClr val="FFFFFF"/>
                </a:solidFill>
                <a:latin typeface="Segoe UI"/>
                <a:ea typeface="Segoe UI"/>
                <a:cs typeface="Segoe UI"/>
              </a:defRPr>
            </a:lvl1pPr>
            <a:lvl2pPr algn="l">
              <a:defRPr sz="2550" b="1">
                <a:solidFill>
                  <a:srgbClr val="FFFFFF"/>
                </a:solidFill>
                <a:latin typeface="Segoe UI"/>
                <a:ea typeface="Segoe UI"/>
                <a:cs typeface="Segoe UI"/>
              </a:defRPr>
            </a:lvl2pPr>
            <a:lvl3pPr algn="l">
              <a:defRPr sz="2550" b="1">
                <a:solidFill>
                  <a:srgbClr val="FFFFFF"/>
                </a:solidFill>
                <a:latin typeface="Segoe UI"/>
                <a:ea typeface="Segoe UI"/>
                <a:cs typeface="Segoe UI"/>
              </a:defRPr>
            </a:lvl3pPr>
            <a:lvl4pPr algn="l">
              <a:defRPr sz="2550" b="1">
                <a:solidFill>
                  <a:srgbClr val="FFFFFF"/>
                </a:solidFill>
                <a:latin typeface="Segoe UI"/>
                <a:ea typeface="Segoe UI"/>
                <a:cs typeface="Segoe UI"/>
              </a:defRPr>
            </a:lvl4pPr>
            <a:lvl5pPr algn="l">
              <a:defRPr sz="2550" b="1">
                <a:solidFill>
                  <a:srgbClr val="FFFFFF"/>
                </a:solidFill>
                <a:latin typeface="Segoe UI"/>
                <a:ea typeface="Segoe UI"/>
                <a:cs typeface="Segoe UI"/>
              </a:defRPr>
            </a:lvl5pPr>
            <a:lvl6pPr algn="l">
              <a:defRPr sz="2550" b="1">
                <a:solidFill>
                  <a:srgbClr val="FFFFFF"/>
                </a:solidFill>
                <a:latin typeface="Segoe UI"/>
                <a:ea typeface="Segoe UI"/>
                <a:cs typeface="Segoe UI"/>
              </a:defRPr>
            </a:lvl6pPr>
            <a:lvl7pPr algn="l">
              <a:defRPr sz="2550" b="1">
                <a:solidFill>
                  <a:srgbClr val="FFFFFF"/>
                </a:solidFill>
                <a:latin typeface="Segoe UI"/>
                <a:ea typeface="Segoe UI"/>
                <a:cs typeface="Segoe UI"/>
              </a:defRPr>
            </a:lvl7pPr>
            <a:lvl8pPr algn="l">
              <a:defRPr sz="2550" b="1">
                <a:solidFill>
                  <a:srgbClr val="FFFFFF"/>
                </a:solidFill>
                <a:latin typeface="Segoe UI"/>
                <a:ea typeface="Segoe UI"/>
                <a:cs typeface="Segoe UI"/>
              </a:defRPr>
            </a:lvl8pPr>
            <a:lvl9pPr algn="l">
              <a:defRPr sz="2550" b="1">
                <a:solidFill>
                  <a:srgbClr val="FFFFFF"/>
                </a:solidFill>
                <a:latin typeface="Segoe UI"/>
                <a:ea typeface="Segoe UI"/>
                <a:cs typeface="Segoe UI"/>
              </a:defRPr>
            </a:lvl9pPr>
          </a:lstStyle>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Alcance actual y demostración</a:t>
            </a:r>
          </a:p>
        </p:txBody>
      </p:sp>
      <p:sp>
        <p:nvSpPr>
          <p:cNvPr id="2" name="">
            <a:extLst xmlns:a="http://schemas.openxmlformats.org/drawingml/2006/main">
              <a:ext uri="{FF2B5EF4-FFF2-40B4-BE49-F238E27FC236}">
                <a16:creationId xmlns:a16="http://schemas.microsoft.com/office/drawing/2014/main" id="{BE03B5BA-5536-41E0-B93D-22CFE437FC03}"/>
              </a:ext>
            </a:extLst>
          </p:cNvPr>
          <p:cNvSpPr>
            <a:spLocks xmlns:a="http://schemas.openxmlformats.org/drawingml/2006/main" noGrp="1"/>
          </p:cNvSpPr>
          <p:nvPr/>
        </p:nvSpPr>
        <p:spPr>
          <a:xfrm xmlns:a="http://schemas.openxmlformats.org/drawingml/2006/main">
            <a:off x="666750" y="1200150"/>
            <a:ext cx="781050" cy="38100"/>
          </a:xfrm>
          <a:prstGeom xmlns:a="http://schemas.openxmlformats.org/drawingml/2006/main" prst="rect">
            <a:avLst/>
          </a:prstGeom>
          <a:solidFill xmlns:a="http://schemas.openxmlformats.org/drawingml/2006/main">
            <a:srgbClr val="E27A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412A9D5-A180-4B98-8ABA-9C50EA587592}"/>
              </a:ext>
            </a:extLst>
          </p:cNvPr>
          <p:cNvSpPr>
            <a:spLocks xmlns:a="http://schemas.openxmlformats.org/drawingml/2006/main" noGrp="1"/>
          </p:cNvSpPr>
          <p:nvPr/>
        </p:nvSpPr>
        <p:spPr>
          <a:xfrm xmlns:a="http://schemas.openxmlformats.org/drawingml/2006/main">
            <a:off x="666750" y="16097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9E0CB"/>
                </a:solidFill>
                <a:latin typeface="Segoe UI"/>
                <a:ea typeface="Segoe UI"/>
                <a:cs typeface="Segoe UI"/>
              </a:defRPr>
            </a:defPPr>
            <a:lvl1pPr algn="l">
              <a:defRPr sz="1425" b="1">
                <a:solidFill>
                  <a:srgbClr val="B9E0CB"/>
                </a:solidFill>
                <a:latin typeface="Segoe UI"/>
                <a:ea typeface="Segoe UI"/>
                <a:cs typeface="Segoe UI"/>
              </a:defRPr>
            </a:lvl1pPr>
            <a:lvl2pPr algn="l">
              <a:defRPr sz="1425" b="1">
                <a:solidFill>
                  <a:srgbClr val="B9E0CB"/>
                </a:solidFill>
                <a:latin typeface="Segoe UI"/>
                <a:ea typeface="Segoe UI"/>
                <a:cs typeface="Segoe UI"/>
              </a:defRPr>
            </a:lvl2pPr>
            <a:lvl3pPr algn="l">
              <a:defRPr sz="1425" b="1">
                <a:solidFill>
                  <a:srgbClr val="B9E0CB"/>
                </a:solidFill>
                <a:latin typeface="Segoe UI"/>
                <a:ea typeface="Segoe UI"/>
                <a:cs typeface="Segoe UI"/>
              </a:defRPr>
            </a:lvl3pPr>
            <a:lvl4pPr algn="l">
              <a:defRPr sz="1425" b="1">
                <a:solidFill>
                  <a:srgbClr val="B9E0CB"/>
                </a:solidFill>
                <a:latin typeface="Segoe UI"/>
                <a:ea typeface="Segoe UI"/>
                <a:cs typeface="Segoe UI"/>
              </a:defRPr>
            </a:lvl4pPr>
            <a:lvl5pPr algn="l">
              <a:defRPr sz="1425" b="1">
                <a:solidFill>
                  <a:srgbClr val="B9E0CB"/>
                </a:solidFill>
                <a:latin typeface="Segoe UI"/>
                <a:ea typeface="Segoe UI"/>
                <a:cs typeface="Segoe UI"/>
              </a:defRPr>
            </a:lvl5pPr>
            <a:lvl6pPr algn="l">
              <a:defRPr sz="1425" b="1">
                <a:solidFill>
                  <a:srgbClr val="B9E0CB"/>
                </a:solidFill>
                <a:latin typeface="Segoe UI"/>
                <a:ea typeface="Segoe UI"/>
                <a:cs typeface="Segoe UI"/>
              </a:defRPr>
            </a:lvl6pPr>
            <a:lvl7pPr algn="l">
              <a:defRPr sz="1425" b="1">
                <a:solidFill>
                  <a:srgbClr val="B9E0CB"/>
                </a:solidFill>
                <a:latin typeface="Segoe UI"/>
                <a:ea typeface="Segoe UI"/>
                <a:cs typeface="Segoe UI"/>
              </a:defRPr>
            </a:lvl7pPr>
            <a:lvl8pPr algn="l">
              <a:defRPr sz="1425" b="1">
                <a:solidFill>
                  <a:srgbClr val="B9E0CB"/>
                </a:solidFill>
                <a:latin typeface="Segoe UI"/>
                <a:ea typeface="Segoe UI"/>
                <a:cs typeface="Segoe UI"/>
              </a:defRPr>
            </a:lvl8pPr>
            <a:lvl9pPr algn="l">
              <a:defRPr sz="1425" b="1">
                <a:solidFill>
                  <a:srgbClr val="B9E0CB"/>
                </a:solidFill>
                <a:latin typeface="Segoe UI"/>
                <a:ea typeface="Segoe UI"/>
                <a:cs typeface="Segoe UI"/>
              </a:defRPr>
            </a:lvl9pPr>
          </a:lstStyle>
          <a:p xmlns:a="http://schemas.openxmlformats.org/drawingml/2006/main">
            <a:pPr algn="l">
              <a:defRPr sz="1425" b="1">
                <a:solidFill>
                  <a:srgbClr val="B9E0CB"/>
                </a:solidFill>
                <a:latin typeface="Segoe UI"/>
                <a:ea typeface="Segoe UI"/>
                <a:cs typeface="Segoe UI"/>
              </a:defRPr>
            </a:pPr>
            <a:r>
              <a:rPr sz="1425" b="1">
                <a:solidFill>
                  <a:srgbClr val="B9E0CB"/>
                </a:solidFill>
                <a:latin typeface="Segoe UI"/>
                <a:ea typeface="Segoe UI"/>
                <a:cs typeface="Segoe UI"/>
              </a:rPr>
              <a:t>IMPLEMENTADO</a:t>
            </a:r>
          </a:p>
        </p:txBody>
      </p:sp>
      <p:sp>
        <p:nvSpPr>
          <p:cNvPr id="4" name="">
            <a:extLst xmlns:a="http://schemas.openxmlformats.org/drawingml/2006/main">
              <a:ext uri="{FF2B5EF4-FFF2-40B4-BE49-F238E27FC236}">
                <a16:creationId xmlns:a16="http://schemas.microsoft.com/office/drawing/2014/main" id="{176CE691-C474-443B-B59D-FD024012A7A4}"/>
              </a:ext>
            </a:extLst>
          </p:cNvPr>
          <p:cNvSpPr>
            <a:spLocks xmlns:a="http://schemas.openxmlformats.org/drawingml/2006/main" noGrp="1"/>
          </p:cNvSpPr>
          <p:nvPr/>
        </p:nvSpPr>
        <p:spPr>
          <a:xfrm xmlns:a="http://schemas.openxmlformats.org/drawingml/2006/main">
            <a:off x="666750" y="2047875"/>
            <a:ext cx="4810125"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FFFFF"/>
                </a:solidFill>
                <a:latin typeface="Segoe UI"/>
                <a:ea typeface="Segoe UI"/>
                <a:cs typeface="Segoe UI"/>
              </a:defRPr>
            </a:defPPr>
            <a:lvl1pPr algn="l">
              <a:defRPr sz="1500" b="0">
                <a:solidFill>
                  <a:srgbClr val="FFFFFF"/>
                </a:solidFill>
                <a:latin typeface="Segoe UI"/>
                <a:ea typeface="Segoe UI"/>
                <a:cs typeface="Segoe UI"/>
              </a:defRPr>
            </a:lvl1pPr>
            <a:lvl2pPr algn="l">
              <a:defRPr sz="1500" b="0">
                <a:solidFill>
                  <a:srgbClr val="FFFFFF"/>
                </a:solidFill>
                <a:latin typeface="Segoe UI"/>
                <a:ea typeface="Segoe UI"/>
                <a:cs typeface="Segoe UI"/>
              </a:defRPr>
            </a:lvl2pPr>
            <a:lvl3pPr algn="l">
              <a:defRPr sz="1500" b="0">
                <a:solidFill>
                  <a:srgbClr val="FFFFFF"/>
                </a:solidFill>
                <a:latin typeface="Segoe UI"/>
                <a:ea typeface="Segoe UI"/>
                <a:cs typeface="Segoe UI"/>
              </a:defRPr>
            </a:lvl3pPr>
            <a:lvl4pPr algn="l">
              <a:defRPr sz="1500" b="0">
                <a:solidFill>
                  <a:srgbClr val="FFFFFF"/>
                </a:solidFill>
                <a:latin typeface="Segoe UI"/>
                <a:ea typeface="Segoe UI"/>
                <a:cs typeface="Segoe UI"/>
              </a:defRPr>
            </a:lvl4pPr>
            <a:lvl5pPr algn="l">
              <a:defRPr sz="1500" b="0">
                <a:solidFill>
                  <a:srgbClr val="FFFFFF"/>
                </a:solidFill>
                <a:latin typeface="Segoe UI"/>
                <a:ea typeface="Segoe UI"/>
                <a:cs typeface="Segoe UI"/>
              </a:defRPr>
            </a:lvl5pPr>
            <a:lvl6pPr algn="l">
              <a:defRPr sz="1500" b="0">
                <a:solidFill>
                  <a:srgbClr val="FFFFFF"/>
                </a:solidFill>
                <a:latin typeface="Segoe UI"/>
                <a:ea typeface="Segoe UI"/>
                <a:cs typeface="Segoe UI"/>
              </a:defRPr>
            </a:lvl6pPr>
            <a:lvl7pPr algn="l">
              <a:defRPr sz="1500" b="0">
                <a:solidFill>
                  <a:srgbClr val="FFFFFF"/>
                </a:solidFill>
                <a:latin typeface="Segoe UI"/>
                <a:ea typeface="Segoe UI"/>
                <a:cs typeface="Segoe UI"/>
              </a:defRPr>
            </a:lvl7pPr>
            <a:lvl8pPr algn="l">
              <a:defRPr sz="1500" b="0">
                <a:solidFill>
                  <a:srgbClr val="FFFFFF"/>
                </a:solidFill>
                <a:latin typeface="Segoe UI"/>
                <a:ea typeface="Segoe UI"/>
                <a:cs typeface="Segoe UI"/>
              </a:defRPr>
            </a:lvl8pPr>
            <a:lvl9pPr algn="l">
              <a:defRPr sz="1500" b="0">
                <a:solidFill>
                  <a:srgbClr val="FFFFFF"/>
                </a:solidFill>
                <a:latin typeface="Segoe UI"/>
                <a:ea typeface="Segoe UI"/>
                <a:cs typeface="Segoe UI"/>
              </a:defRPr>
            </a:lvl9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Catálogo con filtros</a:t>
            </a:r>
          </a:p>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Ofertas en productos y carrito</a:t>
            </a:r>
          </a:p>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Formulario y pedido de muestra</a:t>
            </a:r>
          </a:p>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Panel local para productos</a:t>
            </a:r>
          </a:p>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Menú adaptable a móvil</a:t>
            </a:r>
          </a:p>
        </p:txBody>
      </p:sp>
      <p:sp>
        <p:nvSpPr>
          <p:cNvPr id="5" name="">
            <a:extLst xmlns:a="http://schemas.openxmlformats.org/drawingml/2006/main">
              <a:ext uri="{FF2B5EF4-FFF2-40B4-BE49-F238E27FC236}">
                <a16:creationId xmlns:a16="http://schemas.microsoft.com/office/drawing/2014/main" id="{7641A61A-DB56-4061-8F9A-101693932CD5}"/>
              </a:ext>
            </a:extLst>
          </p:cNvPr>
          <p:cNvSpPr>
            <a:spLocks xmlns:a="http://schemas.openxmlformats.org/drawingml/2006/main" noGrp="1"/>
          </p:cNvSpPr>
          <p:nvPr/>
        </p:nvSpPr>
        <p:spPr>
          <a:xfrm xmlns:a="http://schemas.openxmlformats.org/drawingml/2006/main">
            <a:off x="5953125" y="1600200"/>
            <a:ext cx="19050" cy="2952750"/>
          </a:xfrm>
          <a:prstGeom xmlns:a="http://schemas.openxmlformats.org/drawingml/2006/main" prst="rect">
            <a:avLst/>
          </a:prstGeom>
          <a:solidFill xmlns:a="http://schemas.openxmlformats.org/drawingml/2006/main">
            <a:srgbClr val="6E958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90C7AA-8089-4C64-A421-BA5EEB804B0A}"/>
              </a:ext>
            </a:extLst>
          </p:cNvPr>
          <p:cNvSpPr>
            <a:spLocks xmlns:a="http://schemas.openxmlformats.org/drawingml/2006/main" noGrp="1"/>
          </p:cNvSpPr>
          <p:nvPr/>
        </p:nvSpPr>
        <p:spPr>
          <a:xfrm xmlns:a="http://schemas.openxmlformats.org/drawingml/2006/main">
            <a:off x="6477000" y="16097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9E0CB"/>
                </a:solidFill>
                <a:latin typeface="Segoe UI"/>
                <a:ea typeface="Segoe UI"/>
                <a:cs typeface="Segoe UI"/>
              </a:defRPr>
            </a:defPPr>
            <a:lvl1pPr algn="l">
              <a:defRPr sz="1425" b="1">
                <a:solidFill>
                  <a:srgbClr val="B9E0CB"/>
                </a:solidFill>
                <a:latin typeface="Segoe UI"/>
                <a:ea typeface="Segoe UI"/>
                <a:cs typeface="Segoe UI"/>
              </a:defRPr>
            </a:lvl1pPr>
            <a:lvl2pPr algn="l">
              <a:defRPr sz="1425" b="1">
                <a:solidFill>
                  <a:srgbClr val="B9E0CB"/>
                </a:solidFill>
                <a:latin typeface="Segoe UI"/>
                <a:ea typeface="Segoe UI"/>
                <a:cs typeface="Segoe UI"/>
              </a:defRPr>
            </a:lvl2pPr>
            <a:lvl3pPr algn="l">
              <a:defRPr sz="1425" b="1">
                <a:solidFill>
                  <a:srgbClr val="B9E0CB"/>
                </a:solidFill>
                <a:latin typeface="Segoe UI"/>
                <a:ea typeface="Segoe UI"/>
                <a:cs typeface="Segoe UI"/>
              </a:defRPr>
            </a:lvl3pPr>
            <a:lvl4pPr algn="l">
              <a:defRPr sz="1425" b="1">
                <a:solidFill>
                  <a:srgbClr val="B9E0CB"/>
                </a:solidFill>
                <a:latin typeface="Segoe UI"/>
                <a:ea typeface="Segoe UI"/>
                <a:cs typeface="Segoe UI"/>
              </a:defRPr>
            </a:lvl4pPr>
            <a:lvl5pPr algn="l">
              <a:defRPr sz="1425" b="1">
                <a:solidFill>
                  <a:srgbClr val="B9E0CB"/>
                </a:solidFill>
                <a:latin typeface="Segoe UI"/>
                <a:ea typeface="Segoe UI"/>
                <a:cs typeface="Segoe UI"/>
              </a:defRPr>
            </a:lvl5pPr>
            <a:lvl6pPr algn="l">
              <a:defRPr sz="1425" b="1">
                <a:solidFill>
                  <a:srgbClr val="B9E0CB"/>
                </a:solidFill>
                <a:latin typeface="Segoe UI"/>
                <a:ea typeface="Segoe UI"/>
                <a:cs typeface="Segoe UI"/>
              </a:defRPr>
            </a:lvl6pPr>
            <a:lvl7pPr algn="l">
              <a:defRPr sz="1425" b="1">
                <a:solidFill>
                  <a:srgbClr val="B9E0CB"/>
                </a:solidFill>
                <a:latin typeface="Segoe UI"/>
                <a:ea typeface="Segoe UI"/>
                <a:cs typeface="Segoe UI"/>
              </a:defRPr>
            </a:lvl7pPr>
            <a:lvl8pPr algn="l">
              <a:defRPr sz="1425" b="1">
                <a:solidFill>
                  <a:srgbClr val="B9E0CB"/>
                </a:solidFill>
                <a:latin typeface="Segoe UI"/>
                <a:ea typeface="Segoe UI"/>
                <a:cs typeface="Segoe UI"/>
              </a:defRPr>
            </a:lvl8pPr>
            <a:lvl9pPr algn="l">
              <a:defRPr sz="1425" b="1">
                <a:solidFill>
                  <a:srgbClr val="B9E0CB"/>
                </a:solidFill>
                <a:latin typeface="Segoe UI"/>
                <a:ea typeface="Segoe UI"/>
                <a:cs typeface="Segoe UI"/>
              </a:defRPr>
            </a:lvl9pPr>
          </a:lstStyle>
          <a:p xmlns:a="http://schemas.openxmlformats.org/drawingml/2006/main">
            <a:pPr algn="l">
              <a:defRPr sz="1425" b="1">
                <a:solidFill>
                  <a:srgbClr val="B9E0CB"/>
                </a:solidFill>
                <a:latin typeface="Segoe UI"/>
                <a:ea typeface="Segoe UI"/>
                <a:cs typeface="Segoe UI"/>
              </a:defRPr>
            </a:pPr>
            <a:r>
              <a:rPr sz="1425" b="1">
                <a:solidFill>
                  <a:srgbClr val="B9E0CB"/>
                </a:solidFill>
                <a:latin typeface="Segoe UI"/>
                <a:ea typeface="Segoe UI"/>
                <a:cs typeface="Segoe UI"/>
              </a:rPr>
              <a:t>FUERA DEL ALCANCE</a:t>
            </a:r>
          </a:p>
        </p:txBody>
      </p:sp>
      <p:sp>
        <p:nvSpPr>
          <p:cNvPr id="7" name="">
            <a:extLst xmlns:a="http://schemas.openxmlformats.org/drawingml/2006/main">
              <a:ext uri="{FF2B5EF4-FFF2-40B4-BE49-F238E27FC236}">
                <a16:creationId xmlns:a16="http://schemas.microsoft.com/office/drawing/2014/main" id="{905EB84C-50F6-4AD8-B08E-FBC19C43C082}"/>
              </a:ext>
            </a:extLst>
          </p:cNvPr>
          <p:cNvSpPr>
            <a:spLocks xmlns:a="http://schemas.openxmlformats.org/drawingml/2006/main" noGrp="1"/>
          </p:cNvSpPr>
          <p:nvPr/>
        </p:nvSpPr>
        <p:spPr>
          <a:xfrm xmlns:a="http://schemas.openxmlformats.org/drawingml/2006/main">
            <a:off x="6477000" y="2047875"/>
            <a:ext cx="4667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FFFFFF"/>
                </a:solidFill>
                <a:latin typeface="Segoe UI"/>
                <a:ea typeface="Segoe UI"/>
                <a:cs typeface="Segoe UI"/>
              </a:defRPr>
            </a:defPPr>
            <a:lvl1pPr algn="l">
              <a:defRPr sz="1575" b="0">
                <a:solidFill>
                  <a:srgbClr val="FFFFFF"/>
                </a:solidFill>
                <a:latin typeface="Segoe UI"/>
                <a:ea typeface="Segoe UI"/>
                <a:cs typeface="Segoe UI"/>
              </a:defRPr>
            </a:lvl1pPr>
            <a:lvl2pPr algn="l">
              <a:defRPr sz="1575" b="0">
                <a:solidFill>
                  <a:srgbClr val="FFFFFF"/>
                </a:solidFill>
                <a:latin typeface="Segoe UI"/>
                <a:ea typeface="Segoe UI"/>
                <a:cs typeface="Segoe UI"/>
              </a:defRPr>
            </a:lvl2pPr>
            <a:lvl3pPr algn="l">
              <a:defRPr sz="1575" b="0">
                <a:solidFill>
                  <a:srgbClr val="FFFFFF"/>
                </a:solidFill>
                <a:latin typeface="Segoe UI"/>
                <a:ea typeface="Segoe UI"/>
                <a:cs typeface="Segoe UI"/>
              </a:defRPr>
            </a:lvl3pPr>
            <a:lvl4pPr algn="l">
              <a:defRPr sz="1575" b="0">
                <a:solidFill>
                  <a:srgbClr val="FFFFFF"/>
                </a:solidFill>
                <a:latin typeface="Segoe UI"/>
                <a:ea typeface="Segoe UI"/>
                <a:cs typeface="Segoe UI"/>
              </a:defRPr>
            </a:lvl4pPr>
            <a:lvl5pPr algn="l">
              <a:defRPr sz="1575" b="0">
                <a:solidFill>
                  <a:srgbClr val="FFFFFF"/>
                </a:solidFill>
                <a:latin typeface="Segoe UI"/>
                <a:ea typeface="Segoe UI"/>
                <a:cs typeface="Segoe UI"/>
              </a:defRPr>
            </a:lvl5pPr>
            <a:lvl6pPr algn="l">
              <a:defRPr sz="1575" b="0">
                <a:solidFill>
                  <a:srgbClr val="FFFFFF"/>
                </a:solidFill>
                <a:latin typeface="Segoe UI"/>
                <a:ea typeface="Segoe UI"/>
                <a:cs typeface="Segoe UI"/>
              </a:defRPr>
            </a:lvl6pPr>
            <a:lvl7pPr algn="l">
              <a:defRPr sz="1575" b="0">
                <a:solidFill>
                  <a:srgbClr val="FFFFFF"/>
                </a:solidFill>
                <a:latin typeface="Segoe UI"/>
                <a:ea typeface="Segoe UI"/>
                <a:cs typeface="Segoe UI"/>
              </a:defRPr>
            </a:lvl7pPr>
            <a:lvl8pPr algn="l">
              <a:defRPr sz="1575" b="0">
                <a:solidFill>
                  <a:srgbClr val="FFFFFF"/>
                </a:solidFill>
                <a:latin typeface="Segoe UI"/>
                <a:ea typeface="Segoe UI"/>
                <a:cs typeface="Segoe UI"/>
              </a:defRPr>
            </a:lvl8pPr>
            <a:lvl9pPr algn="l">
              <a:defRPr sz="1575" b="0">
                <a:solidFill>
                  <a:srgbClr val="FFFFFF"/>
                </a:solidFill>
                <a:latin typeface="Segoe UI"/>
                <a:ea typeface="Segoe UI"/>
                <a:cs typeface="Segoe UI"/>
              </a:defRPr>
            </a:lvl9pPr>
          </a:lstStyle>
          <a:p xmlns:a="http://schemas.openxmlformats.org/drawingml/2006/main">
            <a:pPr algn="l">
              <a:defRPr sz="1575" b="0">
                <a:solidFill>
                  <a:srgbClr val="FFFFFF"/>
                </a:solidFill>
                <a:latin typeface="Segoe UI"/>
                <a:ea typeface="Segoe UI"/>
                <a:cs typeface="Segoe UI"/>
              </a:defRPr>
            </a:pPr>
            <a:r>
              <a:rPr sz="1575" b="0">
                <a:solidFill>
                  <a:srgbClr val="FFFFFF"/>
                </a:solidFill>
                <a:latin typeface="Segoe UI"/>
                <a:ea typeface="Segoe UI"/>
                <a:cs typeface="Segoe UI"/>
              </a:rPr>
              <a:t>Backend y API</a:t>
            </a:r>
          </a:p>
          <a:p xmlns:a="http://schemas.openxmlformats.org/drawingml/2006/main">
            <a:pPr algn="l">
              <a:defRPr sz="1575" b="0">
                <a:solidFill>
                  <a:srgbClr val="FFFFFF"/>
                </a:solidFill>
                <a:latin typeface="Segoe UI"/>
                <a:ea typeface="Segoe UI"/>
                <a:cs typeface="Segoe UI"/>
              </a:defRPr>
            </a:pPr>
            <a:r>
              <a:rPr sz="1575" b="0">
                <a:solidFill>
                  <a:srgbClr val="FFFFFF"/>
                </a:solidFill>
                <a:latin typeface="Segoe UI"/>
                <a:ea typeface="Segoe UI"/>
                <a:cs typeface="Segoe UI"/>
              </a:rPr>
              <a:t>Inicio de sesión seguro</a:t>
            </a:r>
          </a:p>
          <a:p xmlns:a="http://schemas.openxmlformats.org/drawingml/2006/main">
            <a:pPr algn="l">
              <a:defRPr sz="1575" b="0">
                <a:solidFill>
                  <a:srgbClr val="FFFFFF"/>
                </a:solidFill>
                <a:latin typeface="Segoe UI"/>
                <a:ea typeface="Segoe UI"/>
                <a:cs typeface="Segoe UI"/>
              </a:defRPr>
            </a:pPr>
            <a:r>
              <a:rPr sz="1575" b="0">
                <a:solidFill>
                  <a:srgbClr val="FFFFFF"/>
                </a:solidFill>
                <a:latin typeface="Segoe UI"/>
                <a:ea typeface="Segoe UI"/>
                <a:cs typeface="Segoe UI"/>
              </a:rPr>
              <a:t>Pago real o reservas de hora</a:t>
            </a:r>
          </a:p>
          <a:p xmlns:a="http://schemas.openxmlformats.org/drawingml/2006/main">
            <a:pPr algn="l">
              <a:defRPr sz="1575" b="0">
                <a:solidFill>
                  <a:srgbClr val="FFFFFF"/>
                </a:solidFill>
                <a:latin typeface="Segoe UI"/>
                <a:ea typeface="Segoe UI"/>
                <a:cs typeface="Segoe UI"/>
              </a:defRPr>
            </a:pPr>
            <a:r>
              <a:rPr sz="1575" b="0">
                <a:solidFill>
                  <a:srgbClr val="FFFFFF"/>
                </a:solidFill>
                <a:latin typeface="Segoe UI"/>
                <a:ea typeface="Segoe UI"/>
                <a:cs typeface="Segoe UI"/>
              </a:rPr>
              <a:t>Métrica porcentual de cobertura</a:t>
            </a:r>
          </a:p>
        </p:txBody>
      </p:sp>
      <p:sp>
        <p:nvSpPr>
          <p:cNvPr id="8" name="">
            <a:extLst xmlns:a="http://schemas.openxmlformats.org/drawingml/2006/main">
              <a:ext uri="{FF2B5EF4-FFF2-40B4-BE49-F238E27FC236}">
                <a16:creationId xmlns:a16="http://schemas.microsoft.com/office/drawing/2014/main" id="{89606FD8-D9BA-4337-9F34-C379BBF0603E}"/>
              </a:ext>
            </a:extLst>
          </p:cNvPr>
          <p:cNvSpPr>
            <a:spLocks xmlns:a="http://schemas.openxmlformats.org/drawingml/2006/main" noGrp="1"/>
          </p:cNvSpPr>
          <p:nvPr/>
        </p:nvSpPr>
        <p:spPr>
          <a:xfrm xmlns:a="http://schemas.openxmlformats.org/drawingml/2006/main">
            <a:off x="666750" y="4895850"/>
            <a:ext cx="10858500" cy="9525"/>
          </a:xfrm>
          <a:prstGeom xmlns:a="http://schemas.openxmlformats.org/drawingml/2006/main" prst="rect">
            <a:avLst/>
          </a:prstGeom>
          <a:solidFill xmlns:a="http://schemas.openxmlformats.org/drawingml/2006/main">
            <a:srgbClr val="6E958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DD698E-BCB3-4D86-8324-ECF316B9115A}"/>
              </a:ext>
            </a:extLst>
          </p:cNvPr>
          <p:cNvSpPr>
            <a:spLocks xmlns:a="http://schemas.openxmlformats.org/drawingml/2006/main" noGrp="1"/>
          </p:cNvSpPr>
          <p:nvPr/>
        </p:nvSpPr>
        <p:spPr>
          <a:xfrm xmlns:a="http://schemas.openxmlformats.org/drawingml/2006/main">
            <a:off x="666750" y="52006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FFFFF"/>
                </a:solidFill>
                <a:latin typeface="Segoe UI"/>
                <a:ea typeface="Segoe UI"/>
                <a:cs typeface="Segoe UI"/>
              </a:defRPr>
            </a:defPPr>
            <a:lvl1pPr algn="l">
              <a:defRPr sz="1350" b="1">
                <a:solidFill>
                  <a:srgbClr val="FFFFFF"/>
                </a:solidFill>
                <a:latin typeface="Segoe UI"/>
                <a:ea typeface="Segoe UI"/>
                <a:cs typeface="Segoe UI"/>
              </a:defRPr>
            </a:lvl1pPr>
            <a:lvl2pPr algn="l">
              <a:defRPr sz="1350" b="1">
                <a:solidFill>
                  <a:srgbClr val="FFFFFF"/>
                </a:solidFill>
                <a:latin typeface="Segoe UI"/>
                <a:ea typeface="Segoe UI"/>
                <a:cs typeface="Segoe UI"/>
              </a:defRPr>
            </a:lvl2pPr>
            <a:lvl3pPr algn="l">
              <a:defRPr sz="1350" b="1">
                <a:solidFill>
                  <a:srgbClr val="FFFFFF"/>
                </a:solidFill>
                <a:latin typeface="Segoe UI"/>
                <a:ea typeface="Segoe UI"/>
                <a:cs typeface="Segoe UI"/>
              </a:defRPr>
            </a:lvl3pPr>
            <a:lvl4pPr algn="l">
              <a:defRPr sz="1350" b="1">
                <a:solidFill>
                  <a:srgbClr val="FFFFFF"/>
                </a:solidFill>
                <a:latin typeface="Segoe UI"/>
                <a:ea typeface="Segoe UI"/>
                <a:cs typeface="Segoe UI"/>
              </a:defRPr>
            </a:lvl4pPr>
            <a:lvl5pPr algn="l">
              <a:defRPr sz="1350" b="1">
                <a:solidFill>
                  <a:srgbClr val="FFFFFF"/>
                </a:solidFill>
                <a:latin typeface="Segoe UI"/>
                <a:ea typeface="Segoe UI"/>
                <a:cs typeface="Segoe UI"/>
              </a:defRPr>
            </a:lvl5pPr>
            <a:lvl6pPr algn="l">
              <a:defRPr sz="1350" b="1">
                <a:solidFill>
                  <a:srgbClr val="FFFFFF"/>
                </a:solidFill>
                <a:latin typeface="Segoe UI"/>
                <a:ea typeface="Segoe UI"/>
                <a:cs typeface="Segoe UI"/>
              </a:defRPr>
            </a:lvl6pPr>
            <a:lvl7pPr algn="l">
              <a:defRPr sz="1350" b="1">
                <a:solidFill>
                  <a:srgbClr val="FFFFFF"/>
                </a:solidFill>
                <a:latin typeface="Segoe UI"/>
                <a:ea typeface="Segoe UI"/>
                <a:cs typeface="Segoe UI"/>
              </a:defRPr>
            </a:lvl7pPr>
            <a:lvl8pPr algn="l">
              <a:defRPr sz="1350" b="1">
                <a:solidFill>
                  <a:srgbClr val="FFFFFF"/>
                </a:solidFill>
                <a:latin typeface="Segoe UI"/>
                <a:ea typeface="Segoe UI"/>
                <a:cs typeface="Segoe UI"/>
              </a:defRPr>
            </a:lvl8pPr>
            <a:lvl9pPr algn="l">
              <a:defRPr sz="1350" b="1">
                <a:solidFill>
                  <a:srgbClr val="FFFFFF"/>
                </a:solidFill>
                <a:latin typeface="Segoe UI"/>
                <a:ea typeface="Segoe UI"/>
                <a:cs typeface="Segoe UI"/>
              </a:defRPr>
            </a:lvl9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Demo: Home → productos → filtros → oferta → carrito → formulario → resultado → Admin → Vitest.</a:t>
            </a:r>
          </a:p>
        </p:txBody>
      </p:sp>
      <p:sp>
        <p:nvSpPr>
          <p:cNvPr id="10" name="">
            <a:extLst xmlns:a="http://schemas.openxmlformats.org/drawingml/2006/main">
              <a:ext uri="{FF2B5EF4-FFF2-40B4-BE49-F238E27FC236}">
                <a16:creationId xmlns:a16="http://schemas.microsoft.com/office/drawing/2014/main" id="{B910A0F9-23B6-4C9C-B5D5-161453AEB4B7}"/>
              </a:ext>
            </a:extLst>
          </p:cNvPr>
          <p:cNvSpPr>
            <a:spLocks xmlns:a="http://schemas.openxmlformats.org/drawingml/2006/main" noGrp="1"/>
          </p:cNvSpPr>
          <p:nvPr/>
        </p:nvSpPr>
        <p:spPr>
          <a:xfrm xmlns:a="http://schemas.openxmlformats.org/drawingml/2006/main">
            <a:off x="666750" y="5743575"/>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E6F0EB"/>
                </a:solidFill>
                <a:latin typeface="Segoe UI"/>
                <a:ea typeface="Segoe UI"/>
                <a:cs typeface="Segoe UI"/>
              </a:defRPr>
            </a:defPPr>
            <a:lvl1pPr algn="l">
              <a:defRPr sz="1125" b="0">
                <a:solidFill>
                  <a:srgbClr val="E6F0EB"/>
                </a:solidFill>
                <a:latin typeface="Segoe UI"/>
                <a:ea typeface="Segoe UI"/>
                <a:cs typeface="Segoe UI"/>
              </a:defRPr>
            </a:lvl1pPr>
            <a:lvl2pPr algn="l">
              <a:defRPr sz="1125" b="0">
                <a:solidFill>
                  <a:srgbClr val="E6F0EB"/>
                </a:solidFill>
                <a:latin typeface="Segoe UI"/>
                <a:ea typeface="Segoe UI"/>
                <a:cs typeface="Segoe UI"/>
              </a:defRPr>
            </a:lvl2pPr>
            <a:lvl3pPr algn="l">
              <a:defRPr sz="1125" b="0">
                <a:solidFill>
                  <a:srgbClr val="E6F0EB"/>
                </a:solidFill>
                <a:latin typeface="Segoe UI"/>
                <a:ea typeface="Segoe UI"/>
                <a:cs typeface="Segoe UI"/>
              </a:defRPr>
            </a:lvl3pPr>
            <a:lvl4pPr algn="l">
              <a:defRPr sz="1125" b="0">
                <a:solidFill>
                  <a:srgbClr val="E6F0EB"/>
                </a:solidFill>
                <a:latin typeface="Segoe UI"/>
                <a:ea typeface="Segoe UI"/>
                <a:cs typeface="Segoe UI"/>
              </a:defRPr>
            </a:lvl4pPr>
            <a:lvl5pPr algn="l">
              <a:defRPr sz="1125" b="0">
                <a:solidFill>
                  <a:srgbClr val="E6F0EB"/>
                </a:solidFill>
                <a:latin typeface="Segoe UI"/>
                <a:ea typeface="Segoe UI"/>
                <a:cs typeface="Segoe UI"/>
              </a:defRPr>
            </a:lvl5pPr>
            <a:lvl6pPr algn="l">
              <a:defRPr sz="1125" b="0">
                <a:solidFill>
                  <a:srgbClr val="E6F0EB"/>
                </a:solidFill>
                <a:latin typeface="Segoe UI"/>
                <a:ea typeface="Segoe UI"/>
                <a:cs typeface="Segoe UI"/>
              </a:defRPr>
            </a:lvl6pPr>
            <a:lvl7pPr algn="l">
              <a:defRPr sz="1125" b="0">
                <a:solidFill>
                  <a:srgbClr val="E6F0EB"/>
                </a:solidFill>
                <a:latin typeface="Segoe UI"/>
                <a:ea typeface="Segoe UI"/>
                <a:cs typeface="Segoe UI"/>
              </a:defRPr>
            </a:lvl7pPr>
            <a:lvl8pPr algn="l">
              <a:defRPr sz="1125" b="0">
                <a:solidFill>
                  <a:srgbClr val="E6F0EB"/>
                </a:solidFill>
                <a:latin typeface="Segoe UI"/>
                <a:ea typeface="Segoe UI"/>
                <a:cs typeface="Segoe UI"/>
              </a:defRPr>
            </a:lvl8pPr>
            <a:lvl9pPr algn="l">
              <a:defRPr sz="1125" b="0">
                <a:solidFill>
                  <a:srgbClr val="E6F0EB"/>
                </a:solidFill>
                <a:latin typeface="Segoe UI"/>
                <a:ea typeface="Segoe UI"/>
                <a:cs typeface="Segoe UI"/>
              </a:defRPr>
            </a:lvl9pPr>
          </a:lstStyle>
          <a:p xmlns:a="http://schemas.openxmlformats.org/drawingml/2006/main">
            <a:pPr algn="l">
              <a:defRPr sz="1125" b="0">
                <a:solidFill>
                  <a:srgbClr val="E6F0EB"/>
                </a:solidFill>
                <a:latin typeface="Segoe UI"/>
                <a:ea typeface="Segoe UI"/>
                <a:cs typeface="Segoe UI"/>
              </a:defRPr>
            </a:pPr>
            <a:r>
              <a:rPr sz="1125" b="0">
                <a:solidFill>
                  <a:srgbClr val="E6F0EB"/>
                </a:solidFill>
                <a:latin typeface="Segoe UI"/>
                <a:ea typeface="Segoe UI"/>
                <a:cs typeface="Segoe UI"/>
              </a:rPr>
              <a:t>Sin backend, pago real ni cobertura porcentual. La pauta pide 10 pruebas; hay 9.</a:t>
            </a:r>
          </a:p>
        </p:txBody>
      </p:sp>
    </p:spTree>
    <p:extLst>
      <p:ext uri="{BB962C8B-B14F-4D97-AF65-F5344CB8AC3E}">
        <p14:creationId xmlns:p14="http://schemas.microsoft.com/office/powerpoint/2010/main" val="1435022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2026-10-20T16:05:42.0290000Z</dcterms:created>
  <dcterms:modified xsi:type="dcterms:W3CDTF">2026-10-20T16:05:42.0290000Z</dcterms:modified>
</coreProperties>
</file>